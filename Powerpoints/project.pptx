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9"/>
  </p:notesMasterIdLst>
  <p:handoutMasterIdLst>
    <p:handoutMasterId r:id="rId30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6" r:id="rId8"/>
    <p:sldId id="306" r:id="rId9"/>
    <p:sldId id="298" r:id="rId10"/>
    <p:sldId id="268" r:id="rId11"/>
    <p:sldId id="297" r:id="rId12"/>
    <p:sldId id="270" r:id="rId13"/>
    <p:sldId id="272" r:id="rId14"/>
    <p:sldId id="275" r:id="rId15"/>
    <p:sldId id="276" r:id="rId16"/>
    <p:sldId id="277" r:id="rId17"/>
    <p:sldId id="278" r:id="rId18"/>
    <p:sldId id="279" r:id="rId19"/>
    <p:sldId id="280" r:id="rId20"/>
    <p:sldId id="303" r:id="rId21"/>
    <p:sldId id="282" r:id="rId22"/>
    <p:sldId id="302" r:id="rId23"/>
    <p:sldId id="304" r:id="rId24"/>
    <p:sldId id="305" r:id="rId25"/>
    <p:sldId id="289" r:id="rId26"/>
    <p:sldId id="293" r:id="rId27"/>
    <p:sldId id="301" r:id="rId2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on Shamir" initials="r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67D8C0-48A7-78C8-4CA5-B65AE33CD505}" v="500" dt="2026-05-24T15:05:17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39"/>
    <p:restoredTop sz="92308"/>
  </p:normalViewPr>
  <p:slideViewPr>
    <p:cSldViewPr>
      <p:cViewPr varScale="1">
        <p:scale>
          <a:sx n="110" d="100"/>
          <a:sy n="110" d="100"/>
        </p:scale>
        <p:origin x="25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26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m shimshoviz" userId="S::shimshn@biu.ac.il::3382102a-6c84-41cd-a151-289321d1acbb" providerId="AD" clId="Web-{E867D8C0-48A7-78C8-4CA5-B65AE33CD505}"/>
    <pc:docChg chg="addSld delSld modSld sldOrd">
      <pc:chgData name="noam shimshoviz" userId="S::shimshn@biu.ac.il::3382102a-6c84-41cd-a151-289321d1acbb" providerId="AD" clId="Web-{E867D8C0-48A7-78C8-4CA5-B65AE33CD505}" dt="2026-05-24T15:05:17.638" v="466" actId="20577"/>
      <pc:docMkLst>
        <pc:docMk/>
      </pc:docMkLst>
      <pc:sldChg chg="modSp">
        <pc:chgData name="noam shimshoviz" userId="S::shimshn@biu.ac.il::3382102a-6c84-41cd-a151-289321d1acbb" providerId="AD" clId="Web-{E867D8C0-48A7-78C8-4CA5-B65AE33CD505}" dt="2026-05-24T14:55:57.990" v="324" actId="688"/>
        <pc:sldMkLst>
          <pc:docMk/>
          <pc:sldMk cId="0" sldId="261"/>
        </pc:sldMkLst>
        <pc:spChg chg="mod">
          <ac:chgData name="noam shimshoviz" userId="S::shimshn@biu.ac.il::3382102a-6c84-41cd-a151-289321d1acbb" providerId="AD" clId="Web-{E867D8C0-48A7-78C8-4CA5-B65AE33CD505}" dt="2026-05-24T13:45:24.136" v="238" actId="14100"/>
          <ac:spMkLst>
            <pc:docMk/>
            <pc:sldMk cId="0" sldId="261"/>
            <ac:spMk id="5123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36" v="239" actId="14100"/>
          <ac:spMkLst>
            <pc:docMk/>
            <pc:sldMk cId="0" sldId="261"/>
            <ac:spMk id="5124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51" v="240" actId="14100"/>
          <ac:spMkLst>
            <pc:docMk/>
            <pc:sldMk cId="0" sldId="261"/>
            <ac:spMk id="5125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51" v="241" actId="14100"/>
          <ac:spMkLst>
            <pc:docMk/>
            <pc:sldMk cId="0" sldId="261"/>
            <ac:spMk id="5126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67" v="242" actId="14100"/>
          <ac:spMkLst>
            <pc:docMk/>
            <pc:sldMk cId="0" sldId="261"/>
            <ac:spMk id="5127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67" v="243" actId="14100"/>
          <ac:spMkLst>
            <pc:docMk/>
            <pc:sldMk cId="0" sldId="261"/>
            <ac:spMk id="5128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82" v="244" actId="14100"/>
          <ac:spMkLst>
            <pc:docMk/>
            <pc:sldMk cId="0" sldId="261"/>
            <ac:spMk id="5129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4:55:57.990" v="324" actId="688"/>
          <ac:spMkLst>
            <pc:docMk/>
            <pc:sldMk cId="0" sldId="261"/>
            <ac:spMk id="5130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4:55:45.130" v="322" actId="688"/>
          <ac:spMkLst>
            <pc:docMk/>
            <pc:sldMk cId="0" sldId="261"/>
            <ac:spMk id="5131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98" v="247" actId="14100"/>
          <ac:spMkLst>
            <pc:docMk/>
            <pc:sldMk cId="0" sldId="261"/>
            <ac:spMk id="5132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198" v="248" actId="14100"/>
          <ac:spMkLst>
            <pc:docMk/>
            <pc:sldMk cId="0" sldId="261"/>
            <ac:spMk id="5133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45:24.214" v="249" actId="14100"/>
          <ac:spMkLst>
            <pc:docMk/>
            <pc:sldMk cId="0" sldId="261"/>
            <ac:spMk id="5134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4:55:50.787" v="323" actId="688"/>
          <ac:spMkLst>
            <pc:docMk/>
            <pc:sldMk cId="0" sldId="261"/>
            <ac:spMk id="5135" creationId="{00000000-0000-0000-0000-000000000000}"/>
          </ac:spMkLst>
        </pc:spChg>
      </pc:sldChg>
      <pc:sldChg chg="del">
        <pc:chgData name="noam shimshoviz" userId="S::shimshn@biu.ac.il::3382102a-6c84-41cd-a151-289321d1acbb" providerId="AD" clId="Web-{E867D8C0-48A7-78C8-4CA5-B65AE33CD505}" dt="2026-05-24T14:38:08.862" v="265"/>
        <pc:sldMkLst>
          <pc:docMk/>
          <pc:sldMk cId="0" sldId="264"/>
        </pc:sldMkLst>
      </pc:sldChg>
      <pc:sldChg chg="del mod modShow">
        <pc:chgData name="noam shimshoviz" userId="S::shimshn@biu.ac.il::3382102a-6c84-41cd-a151-289321d1acbb" providerId="AD" clId="Web-{E867D8C0-48A7-78C8-4CA5-B65AE33CD505}" dt="2026-05-24T14:38:33.254" v="267"/>
        <pc:sldMkLst>
          <pc:docMk/>
          <pc:sldMk cId="0" sldId="265"/>
        </pc:sldMkLst>
      </pc:sldChg>
      <pc:sldChg chg="del">
        <pc:chgData name="noam shimshoviz" userId="S::shimshn@biu.ac.il::3382102a-6c84-41cd-a151-289321d1acbb" providerId="AD" clId="Web-{E867D8C0-48A7-78C8-4CA5-B65AE33CD505}" dt="2026-05-24T14:38:22.597" v="266"/>
        <pc:sldMkLst>
          <pc:docMk/>
          <pc:sldMk cId="0" sldId="267"/>
        </pc:sldMkLst>
      </pc:sldChg>
      <pc:sldChg chg="delSp delAnim">
        <pc:chgData name="noam shimshoviz" userId="S::shimshn@biu.ac.il::3382102a-6c84-41cd-a151-289321d1acbb" providerId="AD" clId="Web-{E867D8C0-48A7-78C8-4CA5-B65AE33CD505}" dt="2026-05-24T14:57:29.310" v="325"/>
        <pc:sldMkLst>
          <pc:docMk/>
          <pc:sldMk cId="0" sldId="268"/>
        </pc:sldMkLst>
        <pc:spChg chg="del">
          <ac:chgData name="noam shimshoviz" userId="S::shimshn@biu.ac.il::3382102a-6c84-41cd-a151-289321d1acbb" providerId="AD" clId="Web-{E867D8C0-48A7-78C8-4CA5-B65AE33CD505}" dt="2026-05-24T14:57:29.310" v="325"/>
          <ac:spMkLst>
            <pc:docMk/>
            <pc:sldMk cId="0" sldId="268"/>
            <ac:spMk id="47" creationId="{00000000-0000-0000-0000-000000000000}"/>
          </ac:spMkLst>
        </pc:spChg>
      </pc:sldChg>
      <pc:sldChg chg="del">
        <pc:chgData name="noam shimshoviz" userId="S::shimshn@biu.ac.il::3382102a-6c84-41cd-a151-289321d1acbb" providerId="AD" clId="Web-{E867D8C0-48A7-78C8-4CA5-B65AE33CD505}" dt="2026-05-24T14:38:47.474" v="268"/>
        <pc:sldMkLst>
          <pc:docMk/>
          <pc:sldMk cId="0" sldId="271"/>
        </pc:sldMkLst>
      </pc:sldChg>
      <pc:sldChg chg="modSp">
        <pc:chgData name="noam shimshoviz" userId="S::shimshn@biu.ac.il::3382102a-6c84-41cd-a151-289321d1acbb" providerId="AD" clId="Web-{E867D8C0-48A7-78C8-4CA5-B65AE33CD505}" dt="2026-05-24T06:57:59.769" v="5" actId="20577"/>
        <pc:sldMkLst>
          <pc:docMk/>
          <pc:sldMk cId="0" sldId="275"/>
        </pc:sldMkLst>
        <pc:spChg chg="mod">
          <ac:chgData name="noam shimshoviz" userId="S::shimshn@biu.ac.il::3382102a-6c84-41cd-a151-289321d1acbb" providerId="AD" clId="Web-{E867D8C0-48A7-78C8-4CA5-B65AE33CD505}" dt="2026-05-24T06:57:59.769" v="5" actId="20577"/>
          <ac:spMkLst>
            <pc:docMk/>
            <pc:sldMk cId="0" sldId="275"/>
            <ac:spMk id="19460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E867D8C0-48A7-78C8-4CA5-B65AE33CD505}" dt="2026-05-24T07:00:40.279" v="10" actId="20577"/>
        <pc:sldMkLst>
          <pc:docMk/>
          <pc:sldMk cId="0" sldId="280"/>
        </pc:sldMkLst>
        <pc:spChg chg="mod">
          <ac:chgData name="noam shimshoviz" userId="S::shimshn@biu.ac.il::3382102a-6c84-41cd-a151-289321d1acbb" providerId="AD" clId="Web-{E867D8C0-48A7-78C8-4CA5-B65AE33CD505}" dt="2026-05-24T07:00:40.279" v="10" actId="20577"/>
          <ac:spMkLst>
            <pc:docMk/>
            <pc:sldMk cId="0" sldId="280"/>
            <ac:spMk id="24580" creationId="{00000000-0000-0000-0000-000000000000}"/>
          </ac:spMkLst>
        </pc:spChg>
      </pc:sldChg>
      <pc:sldChg chg="del mod ord modShow">
        <pc:chgData name="noam shimshoviz" userId="S::shimshn@biu.ac.il::3382102a-6c84-41cd-a151-289321d1acbb" providerId="AD" clId="Web-{E867D8C0-48A7-78C8-4CA5-B65AE33CD505}" dt="2026-05-24T13:49:32.568" v="260"/>
        <pc:sldMkLst>
          <pc:docMk/>
          <pc:sldMk cId="0" sldId="281"/>
        </pc:sldMkLst>
      </pc:sldChg>
      <pc:sldChg chg="modSp ord">
        <pc:chgData name="noam shimshoviz" userId="S::shimshn@biu.ac.il::3382102a-6c84-41cd-a151-289321d1acbb" providerId="AD" clId="Web-{E867D8C0-48A7-78C8-4CA5-B65AE33CD505}" dt="2026-05-24T13:29:29.801" v="225" actId="20577"/>
        <pc:sldMkLst>
          <pc:docMk/>
          <pc:sldMk cId="0" sldId="282"/>
        </pc:sldMkLst>
        <pc:spChg chg="mod">
          <ac:chgData name="noam shimshoviz" userId="S::shimshn@biu.ac.il::3382102a-6c84-41cd-a151-289321d1acbb" providerId="AD" clId="Web-{E867D8C0-48A7-78C8-4CA5-B65AE33CD505}" dt="2026-05-24T13:26:52.250" v="206" actId="20577"/>
          <ac:spMkLst>
            <pc:docMk/>
            <pc:sldMk cId="0" sldId="282"/>
            <ac:spMk id="26627" creationId="{00000000-0000-0000-0000-000000000000}"/>
          </ac:spMkLst>
        </pc:spChg>
        <pc:spChg chg="mod">
          <ac:chgData name="noam shimshoviz" userId="S::shimshn@biu.ac.il::3382102a-6c84-41cd-a151-289321d1acbb" providerId="AD" clId="Web-{E867D8C0-48A7-78C8-4CA5-B65AE33CD505}" dt="2026-05-24T13:29:29.801" v="225" actId="20577"/>
          <ac:spMkLst>
            <pc:docMk/>
            <pc:sldMk cId="0" sldId="282"/>
            <ac:spMk id="26628" creationId="{00000000-0000-0000-0000-000000000000}"/>
          </ac:spMkLst>
        </pc:spChg>
      </pc:sldChg>
      <pc:sldChg chg="del mod ord modShow">
        <pc:chgData name="noam shimshoviz" userId="S::shimshn@biu.ac.il::3382102a-6c84-41cd-a151-289321d1acbb" providerId="AD" clId="Web-{E867D8C0-48A7-78C8-4CA5-B65AE33CD505}" dt="2026-05-24T13:49:51.288" v="261"/>
        <pc:sldMkLst>
          <pc:docMk/>
          <pc:sldMk cId="0" sldId="286"/>
        </pc:sldMkLst>
      </pc:sldChg>
      <pc:sldChg chg="modSp del ord">
        <pc:chgData name="noam shimshoviz" userId="S::shimshn@biu.ac.il::3382102a-6c84-41cd-a151-289321d1acbb" providerId="AD" clId="Web-{E867D8C0-48A7-78C8-4CA5-B65AE33CD505}" dt="2026-05-24T14:39:21.135" v="269"/>
        <pc:sldMkLst>
          <pc:docMk/>
          <pc:sldMk cId="0" sldId="288"/>
        </pc:sldMkLst>
        <pc:spChg chg="mod">
          <ac:chgData name="noam shimshoviz" userId="S::shimshn@biu.ac.il::3382102a-6c84-41cd-a151-289321d1acbb" providerId="AD" clId="Web-{E867D8C0-48A7-78C8-4CA5-B65AE33CD505}" dt="2026-05-24T13:30:22.599" v="230" actId="20577"/>
          <ac:spMkLst>
            <pc:docMk/>
            <pc:sldMk cId="0" sldId="288"/>
            <ac:spMk id="32772" creationId="{00000000-0000-0000-0000-000000000000}"/>
          </ac:spMkLst>
        </pc:spChg>
      </pc:sldChg>
      <pc:sldChg chg="modSp mod modShow">
        <pc:chgData name="noam shimshoviz" userId="S::shimshn@biu.ac.il::3382102a-6c84-41cd-a151-289321d1acbb" providerId="AD" clId="Web-{E867D8C0-48A7-78C8-4CA5-B65AE33CD505}" dt="2026-05-24T14:39:46.354" v="270"/>
        <pc:sldMkLst>
          <pc:docMk/>
          <pc:sldMk cId="0" sldId="289"/>
        </pc:sldMkLst>
        <pc:spChg chg="mod">
          <ac:chgData name="noam shimshoviz" userId="S::shimshn@biu.ac.il::3382102a-6c84-41cd-a151-289321d1acbb" providerId="AD" clId="Web-{E867D8C0-48A7-78C8-4CA5-B65AE33CD505}" dt="2026-05-24T13:56:38.650" v="263" actId="20577"/>
          <ac:spMkLst>
            <pc:docMk/>
            <pc:sldMk cId="0" sldId="289"/>
            <ac:spMk id="33795" creationId="{00000000-0000-0000-0000-000000000000}"/>
          </ac:spMkLst>
        </pc:spChg>
      </pc:sldChg>
      <pc:sldChg chg="mod modShow">
        <pc:chgData name="noam shimshoviz" userId="S::shimshn@biu.ac.il::3382102a-6c84-41cd-a151-289321d1acbb" providerId="AD" clId="Web-{E867D8C0-48A7-78C8-4CA5-B65AE33CD505}" dt="2026-05-24T14:39:50.666" v="271"/>
        <pc:sldMkLst>
          <pc:docMk/>
          <pc:sldMk cId="0" sldId="293"/>
        </pc:sldMkLst>
      </pc:sldChg>
      <pc:sldChg chg="del">
        <pc:chgData name="noam shimshoviz" userId="S::shimshn@biu.ac.il::3382102a-6c84-41cd-a151-289321d1acbb" providerId="AD" clId="Web-{E867D8C0-48A7-78C8-4CA5-B65AE33CD505}" dt="2026-05-24T14:38:04.846" v="264"/>
        <pc:sldMkLst>
          <pc:docMk/>
          <pc:sldMk cId="377968821" sldId="300"/>
        </pc:sldMkLst>
      </pc:sldChg>
      <pc:sldChg chg="modSp">
        <pc:chgData name="noam shimshoviz" userId="S::shimshn@biu.ac.il::3382102a-6c84-41cd-a151-289321d1acbb" providerId="AD" clId="Web-{E867D8C0-48A7-78C8-4CA5-B65AE33CD505}" dt="2026-05-24T12:59:52.044" v="167" actId="20577"/>
        <pc:sldMkLst>
          <pc:docMk/>
          <pc:sldMk cId="2956069680" sldId="302"/>
        </pc:sldMkLst>
        <pc:spChg chg="mod">
          <ac:chgData name="noam shimshoviz" userId="S::shimshn@biu.ac.il::3382102a-6c84-41cd-a151-289321d1acbb" providerId="AD" clId="Web-{E867D8C0-48A7-78C8-4CA5-B65AE33CD505}" dt="2026-05-24T12:59:52.044" v="167" actId="20577"/>
          <ac:spMkLst>
            <pc:docMk/>
            <pc:sldMk cId="2956069680" sldId="302"/>
            <ac:spMk id="3" creationId="{4414E661-9F39-6A40-8702-DB97BE47B5D4}"/>
          </ac:spMkLst>
        </pc:spChg>
      </pc:sldChg>
      <pc:sldChg chg="del">
        <pc:chgData name="noam shimshoviz" userId="S::shimshn@biu.ac.il::3382102a-6c84-41cd-a151-289321d1acbb" providerId="AD" clId="Web-{E867D8C0-48A7-78C8-4CA5-B65AE33CD505}" dt="2026-05-24T06:53:20.202" v="2"/>
        <pc:sldMkLst>
          <pc:docMk/>
          <pc:sldMk cId="1467340359" sldId="303"/>
        </pc:sldMkLst>
      </pc:sldChg>
      <pc:sldChg chg="modSp new">
        <pc:chgData name="noam shimshoviz" userId="S::shimshn@biu.ac.il::3382102a-6c84-41cd-a151-289321d1acbb" providerId="AD" clId="Web-{E867D8C0-48A7-78C8-4CA5-B65AE33CD505}" dt="2026-05-24T13:01:57.391" v="175" actId="20577"/>
        <pc:sldMkLst>
          <pc:docMk/>
          <pc:sldMk cId="3322208473" sldId="303"/>
        </pc:sldMkLst>
        <pc:spChg chg="mod">
          <ac:chgData name="noam shimshoviz" userId="S::shimshn@biu.ac.il::3382102a-6c84-41cd-a151-289321d1acbb" providerId="AD" clId="Web-{E867D8C0-48A7-78C8-4CA5-B65AE33CD505}" dt="2026-05-24T07:01:35.424" v="23" actId="20577"/>
          <ac:spMkLst>
            <pc:docMk/>
            <pc:sldMk cId="3322208473" sldId="303"/>
            <ac:spMk id="2" creationId="{F24AF9DB-1FB4-2F8C-8155-A6B62E082D91}"/>
          </ac:spMkLst>
        </pc:spChg>
        <pc:spChg chg="mod">
          <ac:chgData name="noam shimshoviz" userId="S::shimshn@biu.ac.il::3382102a-6c84-41cd-a151-289321d1acbb" providerId="AD" clId="Web-{E867D8C0-48A7-78C8-4CA5-B65AE33CD505}" dt="2026-05-24T13:01:57.391" v="175" actId="20577"/>
          <ac:spMkLst>
            <pc:docMk/>
            <pc:sldMk cId="3322208473" sldId="303"/>
            <ac:spMk id="3" creationId="{58DE5966-5D88-94ED-3401-971C96FA81F3}"/>
          </ac:spMkLst>
        </pc:spChg>
        <pc:spChg chg="mod">
          <ac:chgData name="noam shimshoviz" userId="S::shimshn@biu.ac.il::3382102a-6c84-41cd-a151-289321d1acbb" providerId="AD" clId="Web-{E867D8C0-48A7-78C8-4CA5-B65AE33CD505}" dt="2026-05-24T12:59:19.246" v="162" actId="20577"/>
          <ac:spMkLst>
            <pc:docMk/>
            <pc:sldMk cId="3322208473" sldId="303"/>
            <ac:spMk id="4" creationId="{108B7F92-F0DD-E4C5-E35C-37A7C0B420B5}"/>
          </ac:spMkLst>
        </pc:spChg>
      </pc:sldChg>
      <pc:sldChg chg="addSp modSp new del">
        <pc:chgData name="noam shimshoviz" userId="S::shimshn@biu.ac.il::3382102a-6c84-41cd-a151-289321d1acbb" providerId="AD" clId="Web-{E867D8C0-48A7-78C8-4CA5-B65AE33CD505}" dt="2026-05-24T13:47:11.873" v="259"/>
        <pc:sldMkLst>
          <pc:docMk/>
          <pc:sldMk cId="1000105563" sldId="304"/>
        </pc:sldMkLst>
        <pc:spChg chg="mod">
          <ac:chgData name="noam shimshoviz" userId="S::shimshn@biu.ac.il::3382102a-6c84-41cd-a151-289321d1acbb" providerId="AD" clId="Web-{E867D8C0-48A7-78C8-4CA5-B65AE33CD505}" dt="2026-05-24T13:46:18.903" v="253" actId="20577"/>
          <ac:spMkLst>
            <pc:docMk/>
            <pc:sldMk cId="1000105563" sldId="304"/>
            <ac:spMk id="2" creationId="{C43FD80D-7DB9-6F47-F42D-CAA0EC0B8C4D}"/>
          </ac:spMkLst>
        </pc:spChg>
        <pc:spChg chg="add mod">
          <ac:chgData name="noam shimshoviz" userId="S::shimshn@biu.ac.il::3382102a-6c84-41cd-a151-289321d1acbb" providerId="AD" clId="Web-{E867D8C0-48A7-78C8-4CA5-B65AE33CD505}" dt="2026-05-24T13:46:34.606" v="258" actId="14100"/>
          <ac:spMkLst>
            <pc:docMk/>
            <pc:sldMk cId="1000105563" sldId="304"/>
            <ac:spMk id="3" creationId="{4E1A6097-57DC-178A-963E-8D6E420F4BDC}"/>
          </ac:spMkLst>
        </pc:spChg>
      </pc:sldChg>
      <pc:sldChg chg="addSp delSp modSp new">
        <pc:chgData name="noam shimshoviz" userId="S::shimshn@biu.ac.il::3382102a-6c84-41cd-a151-289321d1acbb" providerId="AD" clId="Web-{E867D8C0-48A7-78C8-4CA5-B65AE33CD505}" dt="2026-05-24T14:52:18.504" v="296" actId="20577"/>
        <pc:sldMkLst>
          <pc:docMk/>
          <pc:sldMk cId="1639159105" sldId="304"/>
        </pc:sldMkLst>
        <pc:spChg chg="mod">
          <ac:chgData name="noam shimshoviz" userId="S::shimshn@biu.ac.il::3382102a-6c84-41cd-a151-289321d1acbb" providerId="AD" clId="Web-{E867D8C0-48A7-78C8-4CA5-B65AE33CD505}" dt="2026-05-24T14:50:46.745" v="289" actId="20577"/>
          <ac:spMkLst>
            <pc:docMk/>
            <pc:sldMk cId="1639159105" sldId="304"/>
            <ac:spMk id="2" creationId="{BD6C447C-965A-C069-29B6-44671CB42369}"/>
          </ac:spMkLst>
        </pc:spChg>
        <pc:spChg chg="del">
          <ac:chgData name="noam shimshoviz" userId="S::shimshn@biu.ac.il::3382102a-6c84-41cd-a151-289321d1acbb" providerId="AD" clId="Web-{E867D8C0-48A7-78C8-4CA5-B65AE33CD505}" dt="2026-05-24T14:40:31.091" v="288"/>
          <ac:spMkLst>
            <pc:docMk/>
            <pc:sldMk cId="1639159105" sldId="304"/>
            <ac:spMk id="3" creationId="{06713C2D-C734-5996-5AED-CF22D223BD9D}"/>
          </ac:spMkLst>
        </pc:spChg>
        <pc:spChg chg="add mod">
          <ac:chgData name="noam shimshoviz" userId="S::shimshn@biu.ac.il::3382102a-6c84-41cd-a151-289321d1acbb" providerId="AD" clId="Web-{E867D8C0-48A7-78C8-4CA5-B65AE33CD505}" dt="2026-05-24T14:52:18.504" v="296" actId="20577"/>
          <ac:spMkLst>
            <pc:docMk/>
            <pc:sldMk cId="1639159105" sldId="304"/>
            <ac:spMk id="6" creationId="{A7F038C2-36E4-A398-CA8A-7FD11A611101}"/>
          </ac:spMkLst>
        </pc:spChg>
      </pc:sldChg>
      <pc:sldChg chg="modSp new">
        <pc:chgData name="noam shimshoviz" userId="S::shimshn@biu.ac.il::3382102a-6c84-41cd-a151-289321d1acbb" providerId="AD" clId="Web-{E867D8C0-48A7-78C8-4CA5-B65AE33CD505}" dt="2026-05-24T14:55:00.252" v="320" actId="1076"/>
        <pc:sldMkLst>
          <pc:docMk/>
          <pc:sldMk cId="270635103" sldId="305"/>
        </pc:sldMkLst>
        <pc:spChg chg="mod">
          <ac:chgData name="noam shimshoviz" userId="S::shimshn@biu.ac.il::3382102a-6c84-41cd-a151-289321d1acbb" providerId="AD" clId="Web-{E867D8C0-48A7-78C8-4CA5-B65AE33CD505}" dt="2026-05-24T14:53:12.602" v="306" actId="20577"/>
          <ac:spMkLst>
            <pc:docMk/>
            <pc:sldMk cId="270635103" sldId="305"/>
            <ac:spMk id="2" creationId="{A5175E3D-B252-4A60-F4CD-9793FFDB0C25}"/>
          </ac:spMkLst>
        </pc:spChg>
        <pc:spChg chg="mod">
          <ac:chgData name="noam shimshoviz" userId="S::shimshn@biu.ac.il::3382102a-6c84-41cd-a151-289321d1acbb" providerId="AD" clId="Web-{E867D8C0-48A7-78C8-4CA5-B65AE33CD505}" dt="2026-05-24T14:55:00.252" v="320" actId="1076"/>
          <ac:spMkLst>
            <pc:docMk/>
            <pc:sldMk cId="270635103" sldId="305"/>
            <ac:spMk id="3" creationId="{A36443BA-3599-67C8-CB72-B09A420FC7EC}"/>
          </ac:spMkLst>
        </pc:spChg>
      </pc:sldChg>
      <pc:sldChg chg="modSp new del">
        <pc:chgData name="noam shimshoviz" userId="S::shimshn@biu.ac.il::3382102a-6c84-41cd-a151-289321d1acbb" providerId="AD" clId="Web-{E867D8C0-48A7-78C8-4CA5-B65AE33CD505}" dt="2026-05-24T14:55:09.643" v="321"/>
        <pc:sldMkLst>
          <pc:docMk/>
          <pc:sldMk cId="95903077" sldId="306"/>
        </pc:sldMkLst>
        <pc:spChg chg="mod">
          <ac:chgData name="noam shimshoviz" userId="S::shimshn@biu.ac.il::3382102a-6c84-41cd-a151-289321d1acbb" providerId="AD" clId="Web-{E867D8C0-48A7-78C8-4CA5-B65AE33CD505}" dt="2026-05-24T14:53:30.072" v="308" actId="20577"/>
          <ac:spMkLst>
            <pc:docMk/>
            <pc:sldMk cId="95903077" sldId="306"/>
            <ac:spMk id="2" creationId="{E594AFF2-B237-DE30-0051-CA1F2F488575}"/>
          </ac:spMkLst>
        </pc:spChg>
      </pc:sldChg>
      <pc:sldChg chg="addSp delSp modSp new">
        <pc:chgData name="noam shimshoviz" userId="S::shimshn@biu.ac.il::3382102a-6c84-41cd-a151-289321d1acbb" providerId="AD" clId="Web-{E867D8C0-48A7-78C8-4CA5-B65AE33CD505}" dt="2026-05-24T15:05:17.638" v="466" actId="20577"/>
        <pc:sldMkLst>
          <pc:docMk/>
          <pc:sldMk cId="2222795322" sldId="306"/>
        </pc:sldMkLst>
        <pc:spChg chg="mod">
          <ac:chgData name="noam shimshoviz" userId="S::shimshn@biu.ac.il::3382102a-6c84-41cd-a151-289321d1acbb" providerId="AD" clId="Web-{E867D8C0-48A7-78C8-4CA5-B65AE33CD505}" dt="2026-05-24T15:01:29.795" v="343" actId="20577"/>
          <ac:spMkLst>
            <pc:docMk/>
            <pc:sldMk cId="2222795322" sldId="306"/>
            <ac:spMk id="2" creationId="{01C5CC23-4A30-F9E6-1A58-36E9653FA838}"/>
          </ac:spMkLst>
        </pc:spChg>
        <pc:spChg chg="add del mod">
          <ac:chgData name="noam shimshoviz" userId="S::shimshn@biu.ac.il::3382102a-6c84-41cd-a151-289321d1acbb" providerId="AD" clId="Web-{E867D8C0-48A7-78C8-4CA5-B65AE33CD505}" dt="2026-05-24T15:02:32.893" v="387"/>
          <ac:spMkLst>
            <pc:docMk/>
            <pc:sldMk cId="2222795322" sldId="306"/>
            <ac:spMk id="3" creationId="{7DA2735A-8967-8BAB-4A05-DFBCA9794EFF}"/>
          </ac:spMkLst>
        </pc:spChg>
        <pc:spChg chg="add mod">
          <ac:chgData name="noam shimshoviz" userId="S::shimshn@biu.ac.il::3382102a-6c84-41cd-a151-289321d1acbb" providerId="AD" clId="Web-{E867D8C0-48A7-78C8-4CA5-B65AE33CD505}" dt="2026-05-24T15:05:17.638" v="466" actId="20577"/>
          <ac:spMkLst>
            <pc:docMk/>
            <pc:sldMk cId="2222795322" sldId="306"/>
            <ac:spMk id="18" creationId="{BC20E721-5039-8574-A876-E4CD3A0B3A98}"/>
          </ac:spMkLst>
        </pc:spChg>
        <pc:picChg chg="add del mod ord modCrop">
          <ac:chgData name="noam shimshoviz" userId="S::shimshn@biu.ac.il::3382102a-6c84-41cd-a151-289321d1acbb" providerId="AD" clId="Web-{E867D8C0-48A7-78C8-4CA5-B65AE33CD505}" dt="2026-05-24T15:02:25.877" v="386"/>
          <ac:picMkLst>
            <pc:docMk/>
            <pc:sldMk cId="2222795322" sldId="306"/>
            <ac:picMk id="6" creationId="{E63506DB-36E6-AAD6-4261-9392DF4A9A0E}"/>
          </ac:picMkLst>
        </pc:picChg>
        <pc:picChg chg="add del mod modCrop">
          <ac:chgData name="noam shimshoviz" userId="S::shimshn@biu.ac.il::3382102a-6c84-41cd-a151-289321d1acbb" providerId="AD" clId="Web-{E867D8C0-48A7-78C8-4CA5-B65AE33CD505}" dt="2026-05-24T15:02:25.861" v="382"/>
          <ac:picMkLst>
            <pc:docMk/>
            <pc:sldMk cId="2222795322" sldId="306"/>
            <ac:picMk id="7" creationId="{C80E5BFB-7A87-B5E4-421A-BF883EDD0174}"/>
          </ac:picMkLst>
        </pc:picChg>
        <pc:picChg chg="add del mod modCrop">
          <ac:chgData name="noam shimshoviz" userId="S::shimshn@biu.ac.il::3382102a-6c84-41cd-a151-289321d1acbb" providerId="AD" clId="Web-{E867D8C0-48A7-78C8-4CA5-B65AE33CD505}" dt="2026-05-24T15:02:25.861" v="378"/>
          <ac:picMkLst>
            <pc:docMk/>
            <pc:sldMk cId="2222795322" sldId="306"/>
            <ac:picMk id="8" creationId="{6E2DD7E4-9959-EFDB-2E4C-74E0E88B86A6}"/>
          </ac:picMkLst>
        </pc:picChg>
        <pc:picChg chg="add del mod modCrop">
          <ac:chgData name="noam shimshoviz" userId="S::shimshn@biu.ac.il::3382102a-6c84-41cd-a151-289321d1acbb" providerId="AD" clId="Web-{E867D8C0-48A7-78C8-4CA5-B65AE33CD505}" dt="2026-05-24T15:02:25.861" v="375"/>
          <ac:picMkLst>
            <pc:docMk/>
            <pc:sldMk cId="2222795322" sldId="306"/>
            <ac:picMk id="9" creationId="{AD80B259-435C-0314-3F84-6FCB845201D0}"/>
          </ac:picMkLst>
        </pc:picChg>
        <pc:picChg chg="add del mod modCrop">
          <ac:chgData name="noam shimshoviz" userId="S::shimshn@biu.ac.il::3382102a-6c84-41cd-a151-289321d1acbb" providerId="AD" clId="Web-{E867D8C0-48A7-78C8-4CA5-B65AE33CD505}" dt="2026-05-24T15:02:25.861" v="372"/>
          <ac:picMkLst>
            <pc:docMk/>
            <pc:sldMk cId="2222795322" sldId="306"/>
            <ac:picMk id="10" creationId="{13163DC9-BD0D-9AE1-243A-53CA7FFCE5D5}"/>
          </ac:picMkLst>
        </pc:picChg>
        <pc:picChg chg="add del mod modCrop">
          <ac:chgData name="noam shimshoviz" userId="S::shimshn@biu.ac.il::3382102a-6c84-41cd-a151-289321d1acbb" providerId="AD" clId="Web-{E867D8C0-48A7-78C8-4CA5-B65AE33CD505}" dt="2026-05-24T15:02:25.861" v="368"/>
          <ac:picMkLst>
            <pc:docMk/>
            <pc:sldMk cId="2222795322" sldId="306"/>
            <ac:picMk id="11" creationId="{029EC4D9-FFA2-E0E7-45B1-490ABFB70902}"/>
          </ac:picMkLst>
        </pc:picChg>
        <pc:picChg chg="add mod ord modCrop">
          <ac:chgData name="noam shimshoviz" userId="S::shimshn@biu.ac.il::3382102a-6c84-41cd-a151-289321d1acbb" providerId="AD" clId="Web-{E867D8C0-48A7-78C8-4CA5-B65AE33CD505}" dt="2026-05-24T15:02:49.050" v="426" actId="1076"/>
          <ac:picMkLst>
            <pc:docMk/>
            <pc:sldMk cId="2222795322" sldId="306"/>
            <ac:picMk id="12" creationId="{1F508390-DC7C-83AD-7928-CAE2D73FE9DC}"/>
          </ac:picMkLst>
        </pc:picChg>
        <pc:picChg chg="add mod modCrop">
          <ac:chgData name="noam shimshoviz" userId="S::shimshn@biu.ac.il::3382102a-6c84-41cd-a151-289321d1acbb" providerId="AD" clId="Web-{E867D8C0-48A7-78C8-4CA5-B65AE33CD505}" dt="2026-05-24T15:03:07.926" v="431" actId="1076"/>
          <ac:picMkLst>
            <pc:docMk/>
            <pc:sldMk cId="2222795322" sldId="306"/>
            <ac:picMk id="13" creationId="{0465EE88-A855-010C-609D-141640EFA348}"/>
          </ac:picMkLst>
        </pc:picChg>
        <pc:picChg chg="add mod modCrop">
          <ac:chgData name="noam shimshoviz" userId="S::shimshn@biu.ac.il::3382102a-6c84-41cd-a151-289321d1acbb" providerId="AD" clId="Web-{E867D8C0-48A7-78C8-4CA5-B65AE33CD505}" dt="2026-05-24T15:03:03.848" v="430" actId="1076"/>
          <ac:picMkLst>
            <pc:docMk/>
            <pc:sldMk cId="2222795322" sldId="306"/>
            <ac:picMk id="14" creationId="{1D3D03F1-7A61-0361-507E-9DBF49B6AF9A}"/>
          </ac:picMkLst>
        </pc:picChg>
        <pc:picChg chg="add mod modCrop">
          <ac:chgData name="noam shimshoviz" userId="S::shimshn@biu.ac.il::3382102a-6c84-41cd-a151-289321d1acbb" providerId="AD" clId="Web-{E867D8C0-48A7-78C8-4CA5-B65AE33CD505}" dt="2026-05-24T15:02:57.113" v="428" actId="1076"/>
          <ac:picMkLst>
            <pc:docMk/>
            <pc:sldMk cId="2222795322" sldId="306"/>
            <ac:picMk id="15" creationId="{03B36B4B-7F57-5EF1-1339-1F902D457BDC}"/>
          </ac:picMkLst>
        </pc:picChg>
        <pc:picChg chg="add mod modCrop">
          <ac:chgData name="noam shimshoviz" userId="S::shimshn@biu.ac.il::3382102a-6c84-41cd-a151-289321d1acbb" providerId="AD" clId="Web-{E867D8C0-48A7-78C8-4CA5-B65AE33CD505}" dt="2026-05-24T15:03:20.177" v="432" actId="1076"/>
          <ac:picMkLst>
            <pc:docMk/>
            <pc:sldMk cId="2222795322" sldId="306"/>
            <ac:picMk id="16" creationId="{12FDF5D6-612F-1C6C-9907-10EB565F304D}"/>
          </ac:picMkLst>
        </pc:picChg>
        <pc:picChg chg="add mod modCrop">
          <ac:chgData name="noam shimshoviz" userId="S::shimshn@biu.ac.il::3382102a-6c84-41cd-a151-289321d1acbb" providerId="AD" clId="Web-{E867D8C0-48A7-78C8-4CA5-B65AE33CD505}" dt="2026-05-24T15:03:23.709" v="433" actId="1076"/>
          <ac:picMkLst>
            <pc:docMk/>
            <pc:sldMk cId="2222795322" sldId="306"/>
            <ac:picMk id="17" creationId="{83E89387-ECA4-30BF-D3EB-2DFF09EA1BC3}"/>
          </ac:picMkLst>
        </pc:picChg>
      </pc:sldChg>
    </pc:docChg>
  </pc:docChgLst>
  <pc:docChgLst>
    <pc:chgData name="noam shimshoviz" userId="S::shimshn@biu.ac.il::3382102a-6c84-41cd-a151-289321d1acbb" providerId="AD" clId="Web-{F2A34840-428A-35BC-182C-34C15D2FAAE2}"/>
    <pc:docChg chg="addSld delSld modSld">
      <pc:chgData name="noam shimshoviz" userId="S::shimshn@biu.ac.il::3382102a-6c84-41cd-a151-289321d1acbb" providerId="AD" clId="Web-{F2A34840-428A-35BC-182C-34C15D2FAAE2}" dt="2026-05-20T10:44:55.625" v="104" actId="20577"/>
      <pc:docMkLst>
        <pc:docMk/>
      </pc:docMkLst>
      <pc:sldChg chg="modSp">
        <pc:chgData name="noam shimshoviz" userId="S::shimshn@biu.ac.il::3382102a-6c84-41cd-a151-289321d1acbb" providerId="AD" clId="Web-{F2A34840-428A-35BC-182C-34C15D2FAAE2}" dt="2026-05-20T10:24:36.632" v="0" actId="20577"/>
        <pc:sldMkLst>
          <pc:docMk/>
          <pc:sldMk cId="0" sldId="258"/>
        </pc:sldMkLst>
        <pc:spChg chg="mod">
          <ac:chgData name="noam shimshoviz" userId="S::shimshn@biu.ac.il::3382102a-6c84-41cd-a151-289321d1acbb" providerId="AD" clId="Web-{F2A34840-428A-35BC-182C-34C15D2FAAE2}" dt="2026-05-20T10:24:36.632" v="0" actId="20577"/>
          <ac:spMkLst>
            <pc:docMk/>
            <pc:sldMk cId="0" sldId="258"/>
            <ac:spMk id="2051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27:35.091" v="6" actId="20577"/>
        <pc:sldMkLst>
          <pc:docMk/>
          <pc:sldMk cId="0" sldId="266"/>
        </pc:sldMkLst>
        <pc:spChg chg="mod">
          <ac:chgData name="noam shimshoviz" userId="S::shimshn@biu.ac.il::3382102a-6c84-41cd-a151-289321d1acbb" providerId="AD" clId="Web-{F2A34840-428A-35BC-182C-34C15D2FAAE2}" dt="2026-05-20T10:27:35.091" v="6" actId="20577"/>
          <ac:spMkLst>
            <pc:docMk/>
            <pc:sldMk cId="0" sldId="266"/>
            <ac:spMk id="10244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28:25.530" v="12" actId="20577"/>
        <pc:sldMkLst>
          <pc:docMk/>
          <pc:sldMk cId="0" sldId="268"/>
        </pc:sldMkLst>
        <pc:spChg chg="mod">
          <ac:chgData name="noam shimshoviz" userId="S::shimshn@biu.ac.il::3382102a-6c84-41cd-a151-289321d1acbb" providerId="AD" clId="Web-{F2A34840-428A-35BC-182C-34C15D2FAAE2}" dt="2026-05-20T10:28:25.530" v="12" actId="20577"/>
          <ac:spMkLst>
            <pc:docMk/>
            <pc:sldMk cId="0" sldId="268"/>
            <ac:spMk id="12292" creationId="{00000000-0000-0000-0000-000000000000}"/>
          </ac:spMkLst>
        </pc:spChg>
      </pc:sldChg>
      <pc:sldChg chg="addSp delSp modSp mod modShow">
        <pc:chgData name="noam shimshoviz" userId="S::shimshn@biu.ac.il::3382102a-6c84-41cd-a151-289321d1acbb" providerId="AD" clId="Web-{F2A34840-428A-35BC-182C-34C15D2FAAE2}" dt="2026-05-20T10:43:24.216" v="84" actId="20577"/>
        <pc:sldMkLst>
          <pc:docMk/>
          <pc:sldMk cId="0" sldId="270"/>
        </pc:sldMkLst>
        <pc:spChg chg="mod">
          <ac:chgData name="noam shimshoviz" userId="S::shimshn@biu.ac.il::3382102a-6c84-41cd-a151-289321d1acbb" providerId="AD" clId="Web-{F2A34840-428A-35BC-182C-34C15D2FAAE2}" dt="2026-05-20T10:39:15.927" v="41" actId="20577"/>
          <ac:spMkLst>
            <pc:docMk/>
            <pc:sldMk cId="0" sldId="270"/>
            <ac:spMk id="14340" creationId="{00000000-0000-0000-0000-000000000000}"/>
          </ac:spMkLst>
        </pc:spChg>
        <pc:spChg chg="mod">
          <ac:chgData name="noam shimshoviz" userId="S::shimshn@biu.ac.il::3382102a-6c84-41cd-a151-289321d1acbb" providerId="AD" clId="Web-{F2A34840-428A-35BC-182C-34C15D2FAAE2}" dt="2026-05-20T10:43:24.216" v="84" actId="20577"/>
          <ac:spMkLst>
            <pc:docMk/>
            <pc:sldMk cId="0" sldId="270"/>
            <ac:spMk id="14341" creationId="{00000000-0000-0000-0000-000000000000}"/>
          </ac:spMkLst>
        </pc:spChg>
        <pc:picChg chg="add mod">
          <ac:chgData name="noam shimshoviz" userId="S::shimshn@biu.ac.il::3382102a-6c84-41cd-a151-289321d1acbb" providerId="AD" clId="Web-{F2A34840-428A-35BC-182C-34C15D2FAAE2}" dt="2026-05-20T10:41:54.041" v="70" actId="1076"/>
          <ac:picMkLst>
            <pc:docMk/>
            <pc:sldMk cId="0" sldId="270"/>
            <ac:picMk id="3" creationId="{65B4BEAF-A553-FD3E-A03F-8C06E466332E}"/>
          </ac:picMkLst>
        </pc:picChg>
      </pc:sldChg>
      <pc:sldChg chg="modSp">
        <pc:chgData name="noam shimshoviz" userId="S::shimshn@biu.ac.il::3382102a-6c84-41cd-a151-289321d1acbb" providerId="AD" clId="Web-{F2A34840-428A-35BC-182C-34C15D2FAAE2}" dt="2026-05-20T10:43:08.059" v="82" actId="20577"/>
        <pc:sldMkLst>
          <pc:docMk/>
          <pc:sldMk cId="0" sldId="272"/>
        </pc:sldMkLst>
        <pc:spChg chg="mod">
          <ac:chgData name="noam shimshoviz" userId="S::shimshn@biu.ac.il::3382102a-6c84-41cd-a151-289321d1acbb" providerId="AD" clId="Web-{F2A34840-428A-35BC-182C-34C15D2FAAE2}" dt="2026-05-20T10:42:46.840" v="74" actId="20577"/>
          <ac:spMkLst>
            <pc:docMk/>
            <pc:sldMk cId="0" sldId="272"/>
            <ac:spMk id="16388" creationId="{00000000-0000-0000-0000-000000000000}"/>
          </ac:spMkLst>
        </pc:spChg>
        <pc:spChg chg="mod">
          <ac:chgData name="noam shimshoviz" userId="S::shimshn@biu.ac.il::3382102a-6c84-41cd-a151-289321d1acbb" providerId="AD" clId="Web-{F2A34840-428A-35BC-182C-34C15D2FAAE2}" dt="2026-05-20T10:43:08.059" v="82" actId="20577"/>
          <ac:spMkLst>
            <pc:docMk/>
            <pc:sldMk cId="0" sldId="272"/>
            <ac:spMk id="16389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43:50.608" v="89" actId="20577"/>
        <pc:sldMkLst>
          <pc:docMk/>
          <pc:sldMk cId="0" sldId="275"/>
        </pc:sldMkLst>
        <pc:spChg chg="mod">
          <ac:chgData name="noam shimshoviz" userId="S::shimshn@biu.ac.il::3382102a-6c84-41cd-a151-289321d1acbb" providerId="AD" clId="Web-{F2A34840-428A-35BC-182C-34C15D2FAAE2}" dt="2026-05-20T10:43:50.608" v="89" actId="20577"/>
          <ac:spMkLst>
            <pc:docMk/>
            <pc:sldMk cId="0" sldId="275"/>
            <ac:spMk id="19460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44:32.672" v="101" actId="20577"/>
        <pc:sldMkLst>
          <pc:docMk/>
          <pc:sldMk cId="0" sldId="278"/>
        </pc:sldMkLst>
        <pc:spChg chg="mod">
          <ac:chgData name="noam shimshoviz" userId="S::shimshn@biu.ac.il::3382102a-6c84-41cd-a151-289321d1acbb" providerId="AD" clId="Web-{F2A34840-428A-35BC-182C-34C15D2FAAE2}" dt="2026-05-20T10:44:32.672" v="101" actId="20577"/>
          <ac:spMkLst>
            <pc:docMk/>
            <pc:sldMk cId="0" sldId="278"/>
            <ac:spMk id="22532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44:38.109" v="102" actId="20577"/>
        <pc:sldMkLst>
          <pc:docMk/>
          <pc:sldMk cId="0" sldId="279"/>
        </pc:sldMkLst>
        <pc:spChg chg="mod">
          <ac:chgData name="noam shimshoviz" userId="S::shimshn@biu.ac.il::3382102a-6c84-41cd-a151-289321d1acbb" providerId="AD" clId="Web-{F2A34840-428A-35BC-182C-34C15D2FAAE2}" dt="2026-05-20T10:44:38.109" v="102" actId="20577"/>
          <ac:spMkLst>
            <pc:docMk/>
            <pc:sldMk cId="0" sldId="279"/>
            <ac:spMk id="23554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44:55.625" v="104" actId="20577"/>
        <pc:sldMkLst>
          <pc:docMk/>
          <pc:sldMk cId="0" sldId="280"/>
        </pc:sldMkLst>
        <pc:spChg chg="mod">
          <ac:chgData name="noam shimshoviz" userId="S::shimshn@biu.ac.il::3382102a-6c84-41cd-a151-289321d1acbb" providerId="AD" clId="Web-{F2A34840-428A-35BC-182C-34C15D2FAAE2}" dt="2026-05-20T10:44:55.625" v="104" actId="20577"/>
          <ac:spMkLst>
            <pc:docMk/>
            <pc:sldMk cId="0" sldId="280"/>
            <ac:spMk id="24579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29:10.891" v="13" actId="20577"/>
        <pc:sldMkLst>
          <pc:docMk/>
          <pc:sldMk cId="0" sldId="297"/>
        </pc:sldMkLst>
        <pc:spChg chg="mod">
          <ac:chgData name="noam shimshoviz" userId="S::shimshn@biu.ac.il::3382102a-6c84-41cd-a151-289321d1acbb" providerId="AD" clId="Web-{F2A34840-428A-35BC-182C-34C15D2FAAE2}" dt="2026-05-20T10:29:10.891" v="13" actId="20577"/>
          <ac:spMkLst>
            <pc:docMk/>
            <pc:sldMk cId="0" sldId="297"/>
            <ac:spMk id="2" creationId="{00000000-0000-0000-0000-000000000000}"/>
          </ac:spMkLst>
        </pc:spChg>
      </pc:sldChg>
      <pc:sldChg chg="modSp">
        <pc:chgData name="noam shimshoviz" userId="S::shimshn@biu.ac.il::3382102a-6c84-41cd-a151-289321d1acbb" providerId="AD" clId="Web-{F2A34840-428A-35BC-182C-34C15D2FAAE2}" dt="2026-05-20T10:27:55.435" v="11" actId="20577"/>
        <pc:sldMkLst>
          <pc:docMk/>
          <pc:sldMk cId="1018491907" sldId="298"/>
        </pc:sldMkLst>
        <pc:spChg chg="mod">
          <ac:chgData name="noam shimshoviz" userId="S::shimshn@biu.ac.il::3382102a-6c84-41cd-a151-289321d1acbb" providerId="AD" clId="Web-{F2A34840-428A-35BC-182C-34C15D2FAAE2}" dt="2026-05-20T10:27:55.435" v="11" actId="20577"/>
          <ac:spMkLst>
            <pc:docMk/>
            <pc:sldMk cId="1018491907" sldId="298"/>
            <ac:spMk id="2" creationId="{00000000-0000-0000-0000-000000000000}"/>
          </ac:spMkLst>
        </pc:spChg>
      </pc:sldChg>
    </pc:docChg>
  </pc:docChgLst>
  <pc:docChgLst>
    <pc:chgData clId="Web-{F2A34840-428A-35BC-182C-34C15D2FAAE2}"/>
    <pc:docChg chg="modSld">
      <pc:chgData name="" userId="" providerId="" clId="Web-{F2A34840-428A-35BC-182C-34C15D2FAAE2}" dt="2026-05-20T10:24:32.850" v="0" actId="20577"/>
      <pc:docMkLst>
        <pc:docMk/>
      </pc:docMkLst>
      <pc:sldChg chg="modSp">
        <pc:chgData name="" userId="" providerId="" clId="Web-{F2A34840-428A-35BC-182C-34C15D2FAAE2}" dt="2026-05-20T10:24:32.850" v="0" actId="20577"/>
        <pc:sldMkLst>
          <pc:docMk/>
          <pc:sldMk cId="0" sldId="258"/>
        </pc:sldMkLst>
        <pc:spChg chg="mod">
          <ac:chgData name="" userId="" providerId="" clId="Web-{F2A34840-428A-35BC-182C-34C15D2FAAE2}" dt="2026-05-20T10:24:32.850" v="0" actId="20577"/>
          <ac:spMkLst>
            <pc:docMk/>
            <pc:sldMk cId="0" sldId="258"/>
            <ac:spMk id="205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7FE94-C263-4E33-9B75-EC69F7810B4F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8AB1F-CADB-45FC-B986-762F1E6825B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36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63F8A5E-00D7-4F3D-B2FF-7FBAF3F05F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188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7988A6-883E-4273-B11C-323979383CF7}" type="slidenum">
              <a:rPr lang="he-IL" smtClean="0"/>
              <a:pPr/>
              <a:t>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00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DFED50-DB77-4EDD-AD7B-359177AC8724}" type="slidenum">
              <a:rPr lang="he-IL" smtClean="0"/>
              <a:pPr/>
              <a:t>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76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9EEF4C-17B8-46BD-84BF-51E307AF14EA}" type="slidenum">
              <a:rPr lang="he-IL" smtClean="0"/>
              <a:pPr/>
              <a:t>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53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98340E-42EB-441F-B84C-BDA00F676697}" type="slidenum">
              <a:rPr lang="he-IL" smtClean="0"/>
              <a:pPr/>
              <a:t>4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963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280E16-A76E-43B4-8DF0-895CE4ACEAA5}" type="slidenum">
              <a:rPr lang="he-IL" smtClean="0"/>
              <a:pPr/>
              <a:t>5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436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C97D00-100D-4586-BF67-879DD365B559}" type="slidenum">
              <a:rPr lang="he-IL" smtClean="0"/>
              <a:pPr/>
              <a:t>7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05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E48F49-851A-4969-93C1-E14F52E01F4E}" type="slidenum">
              <a:rPr lang="he-IL" smtClean="0"/>
              <a:pPr/>
              <a:t>9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87388"/>
            <a:ext cx="4567237" cy="3425825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571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0D4564-182E-4DFC-B8A7-E416E0E0EEF4}" type="slidenum">
              <a:rPr lang="he-IL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49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D72A5F-6511-4DFF-A9B7-FEC8B7338DF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4275" name="Rectangle 7"/>
          <p:cNvSpPr txBox="1">
            <a:spLocks noGrp="1" noChangeArrowheads="1"/>
          </p:cNvSpPr>
          <p:nvPr/>
        </p:nvSpPr>
        <p:spPr bwMode="auto">
          <a:xfrm>
            <a:off x="3884851" y="8685770"/>
            <a:ext cx="2971529" cy="45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spcBef>
                <a:spcPct val="0"/>
              </a:spcBef>
            </a:pPr>
            <a:fld id="{1097A360-E69C-45B5-9575-716550375D2F}" type="slidenum">
              <a:rPr lang="he-IL" sz="1200">
                <a:solidFill>
                  <a:schemeClr val="tx1"/>
                </a:solidFill>
                <a:latin typeface="Arial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sz="120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609" y="4343621"/>
            <a:ext cx="5486400" cy="4115242"/>
          </a:xfrm>
          <a:noFill/>
          <a:ln/>
        </p:spPr>
        <p:txBody>
          <a:bodyPr lIns="91440" tIns="45720" rIns="91440" bIns="45720"/>
          <a:lstStyle/>
          <a:p>
            <a:pPr eaLnBrk="1" hangingPunct="1"/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341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1AF545-A6E5-46BB-A905-0B0EB28BBDA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6323" name="Rectangle 7"/>
          <p:cNvSpPr txBox="1">
            <a:spLocks noGrp="1" noChangeArrowheads="1"/>
          </p:cNvSpPr>
          <p:nvPr/>
        </p:nvSpPr>
        <p:spPr bwMode="auto">
          <a:xfrm>
            <a:off x="3884851" y="8685770"/>
            <a:ext cx="2971529" cy="45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spcBef>
                <a:spcPct val="0"/>
              </a:spcBef>
            </a:pPr>
            <a:fld id="{DD73513C-686C-4058-985D-FA316FA77D39}" type="slidenum">
              <a:rPr lang="he-IL" sz="1200">
                <a:solidFill>
                  <a:schemeClr val="tx1"/>
                </a:solidFill>
                <a:latin typeface="Arial" charset="0"/>
              </a:rPr>
              <a:pPr algn="r" eaLnBrk="1" hangingPunct="1">
                <a:spcBef>
                  <a:spcPct val="0"/>
                </a:spcBef>
              </a:pPr>
              <a:t>16</a:t>
            </a:fld>
            <a:endParaRPr lang="en-US" sz="120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609" y="4343621"/>
            <a:ext cx="5486400" cy="4115242"/>
          </a:xfrm>
          <a:noFill/>
          <a:ln/>
        </p:spPr>
        <p:txBody>
          <a:bodyPr lIns="91440" tIns="45720" rIns="91440" bIns="45720"/>
          <a:lstStyle/>
          <a:p>
            <a:pPr eaLnBrk="1" hangingPunct="1"/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66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62B4CE-77CC-4CF0-9030-FBD46DE90985}" type="slidenum">
              <a:rPr lang="he-IL" smtClean="0"/>
              <a:pPr/>
              <a:t>17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3858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AAEAF7-19BF-49A9-8476-D0E499529909}" type="slidenum">
              <a:rPr lang="he-IL" smtClean="0"/>
              <a:pPr/>
              <a:t>18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476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F8DC87-F523-4905-90EB-75E423A8F144}" type="slidenum">
              <a:rPr lang="he-IL" smtClean="0"/>
              <a:pPr/>
              <a:t>19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455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FBFA0D-B260-42CA-8444-A83390F5939F}" type="slidenum">
              <a:rPr lang="he-IL" smtClean="0"/>
              <a:pPr/>
              <a:t>21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571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9A8CF2-26AE-4FA5-9802-741860EC132D}" type="slidenum">
              <a:rPr lang="he-IL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80FFBB-14E2-41B5-B853-A944FFB2120B}" type="slidenum">
              <a:rPr lang="he-IL" smtClean="0"/>
              <a:pPr/>
              <a:t>23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069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8C0A6E-3EFA-4201-BC85-DB75020C41B0}" type="slidenum">
              <a:rPr lang="he-IL" smtClean="0"/>
              <a:pPr/>
              <a:t>25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6252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17EA3F-6339-46B5-863F-7EE57A43A068}" type="slidenum">
              <a:rPr lang="he-IL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2405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A88D59-925B-428A-B791-9B55F53B0486}" type="slidenum">
              <a:rPr lang="he-IL" smtClean="0"/>
              <a:pPr/>
              <a:t>29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1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483D30-9A4C-43C3-B461-8FDB740EF04D}" type="slidenum">
              <a:rPr lang="he-IL"/>
              <a:pPr>
                <a:defRPr/>
              </a:pPr>
              <a:t>‹#›</a:t>
            </a:fld>
            <a:endParaRPr lang="en-US"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28600"/>
            <a:ext cx="2152650" cy="5940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8600"/>
            <a:ext cx="6305550" cy="5940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CBE1E2-4554-44B8-AE69-1DB14AE7A33E}" type="slidenum">
              <a:rPr lang="he-IL"/>
              <a:pPr>
                <a:defRPr/>
              </a:pPr>
              <a:t>‹#›</a:t>
            </a:fld>
            <a:endParaRPr lang="en-US"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2D3FC-FABB-4CCE-B720-4987B40FA84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E5AB82-7054-4EC3-A630-6935BB9C12E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7B928-B0F8-478D-9254-F1B5EB71DF9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E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28600"/>
            <a:ext cx="845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520825"/>
            <a:ext cx="8610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 bwMode="auto">
          <a:xfrm>
            <a:off x="7239000" y="6453188"/>
            <a:ext cx="1905000" cy="4048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rtl="1" eaLnBrk="0" hangingPunct="0">
              <a:defRPr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462AF8B4-FFBB-42C7-8622-9DEE9F8B906E}" type="slidenum">
              <a:rPr lang="he-IL"/>
              <a:pPr>
                <a:defRPr/>
              </a:pPr>
              <a:t>‹#›</a:t>
            </a:fld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bldLvl="2" autoUpdateAnimBg="0">
        <p:tmplLst>
          <p:tmpl lvl="1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7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7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omic Sans MS" pitchFamily="66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omic Sans MS" pitchFamily="66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omic Sans MS" pitchFamily="66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omic Sans MS" pitchFamily="66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omic Sans MS" pitchFamily="66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66800"/>
            <a:ext cx="8077200" cy="3442320"/>
          </a:xfrm>
          <a:noFill/>
        </p:spPr>
        <p:txBody>
          <a:bodyPr/>
          <a:lstStyle/>
          <a:p>
            <a:pPr rtl="0"/>
            <a:r>
              <a:rPr lang="en-US" sz="4000">
                <a:latin typeface="Comic Sans MS"/>
              </a:rPr>
              <a:t>Predicting DNA binding of new DNA-binding proteins</a:t>
            </a:r>
            <a:br>
              <a:rPr lang="en-US" sz="4000" dirty="0"/>
            </a:br>
            <a:br>
              <a:rPr lang="en-US" sz="4000" dirty="0"/>
            </a:br>
            <a:r>
              <a:rPr lang="en-US" sz="4000" b="1" dirty="0">
                <a:latin typeface="Comic Sans MS"/>
              </a:rPr>
              <a:t>Project in</a:t>
            </a:r>
            <a:br>
              <a:rPr lang="en-US" sz="4000" b="1" dirty="0"/>
            </a:br>
            <a:r>
              <a:rPr lang="en-US" sz="4000" b="1" dirty="0">
                <a:latin typeface="Comic Sans MS"/>
              </a:rPr>
              <a:t>Deep Learning in</a:t>
            </a:r>
            <a:br>
              <a:rPr lang="en-US" sz="4000" b="1" dirty="0"/>
            </a:br>
            <a:r>
              <a:rPr lang="en-US" sz="4000" b="1" dirty="0">
                <a:latin typeface="Comic Sans MS"/>
              </a:rPr>
              <a:t>Computational Biology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066800"/>
            <a:ext cx="7772400" cy="1143000"/>
          </a:xfrm>
        </p:spPr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27584" y="2819400"/>
            <a:ext cx="7416824" cy="2743200"/>
          </a:xfrm>
        </p:spPr>
        <p:txBody>
          <a:bodyPr/>
          <a:lstStyle/>
          <a:p>
            <a:pPr marL="514350" indent="-514350" algn="l">
              <a:buAutoNum type="arabicPeriod"/>
            </a:pPr>
            <a:r>
              <a:rPr lang="en-US" dirty="0"/>
              <a:t>Some biological background again…</a:t>
            </a:r>
          </a:p>
          <a:p>
            <a:pPr marL="514350" indent="-514350" algn="l">
              <a:buAutoNum type="arabicPeriod"/>
            </a:pPr>
            <a:endParaRPr lang="en-US" dirty="0"/>
          </a:p>
          <a:p>
            <a:pPr algn="l"/>
            <a:r>
              <a:rPr lang="en-US" dirty="0"/>
              <a:t>2. The project</a:t>
            </a:r>
          </a:p>
          <a:p>
            <a:pPr algn="l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512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rtl="0"/>
            <a:r>
              <a:rPr lang="en-US" sz="5400"/>
              <a:t>1. Background</a:t>
            </a:r>
          </a:p>
        </p:txBody>
      </p:sp>
      <p:sp>
        <p:nvSpPr>
          <p:cNvPr id="4100" name="Rectangle 5124"/>
          <p:cNvSpPr>
            <a:spLocks noGrp="1" noChangeArrowheads="1"/>
          </p:cNvSpPr>
          <p:nvPr>
            <p:ph type="subTitle" idx="1"/>
          </p:nvPr>
        </p:nvSpPr>
        <p:spPr>
          <a:xfrm>
            <a:off x="762000" y="4800600"/>
            <a:ext cx="7481888" cy="838200"/>
          </a:xfrm>
          <a:noFill/>
        </p:spPr>
        <p:txBody>
          <a:bodyPr/>
          <a:lstStyle/>
          <a:p>
            <a:r>
              <a:rPr lang="en-US" sz="2800" dirty="0"/>
              <a:t>Slides with Ron Shamir and Chaim </a:t>
            </a:r>
            <a:r>
              <a:rPr lang="en-US" sz="2800" dirty="0" err="1"/>
              <a:t>Linhart</a:t>
            </a:r>
            <a:r>
              <a:rPr lang="en-US" sz="2800" dirty="0"/>
              <a:t>, Computational Genomics TAU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2"/>
          <p:cNvSpPr txBox="1">
            <a:spLocks noChangeArrowheads="1"/>
          </p:cNvSpPr>
          <p:nvPr/>
        </p:nvSpPr>
        <p:spPr bwMode="auto">
          <a:xfrm>
            <a:off x="76200" y="3657600"/>
            <a:ext cx="1524000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/>
              <a:t>DNA</a:t>
            </a:r>
          </a:p>
        </p:txBody>
      </p:sp>
      <p:sp>
        <p:nvSpPr>
          <p:cNvPr id="5124" name="AutoShape 3"/>
          <p:cNvSpPr>
            <a:spLocks noChangeArrowheads="1"/>
          </p:cNvSpPr>
          <p:nvPr/>
        </p:nvSpPr>
        <p:spPr bwMode="auto">
          <a:xfrm flipV="1">
            <a:off x="1524000" y="3640282"/>
            <a:ext cx="762000" cy="245918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2362200" y="3581400"/>
            <a:ext cx="1524000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/>
              <a:t>Pre-mRNA</a:t>
            </a:r>
          </a:p>
        </p:txBody>
      </p:sp>
      <p:sp>
        <p:nvSpPr>
          <p:cNvPr id="5126" name="AutoShape 5"/>
          <p:cNvSpPr>
            <a:spLocks noChangeArrowheads="1"/>
          </p:cNvSpPr>
          <p:nvPr/>
        </p:nvSpPr>
        <p:spPr bwMode="auto">
          <a:xfrm flipV="1">
            <a:off x="6096000" y="3640282"/>
            <a:ext cx="762000" cy="245918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6858000" y="3657600"/>
            <a:ext cx="2286000" cy="762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/>
              <a:t>protein</a:t>
            </a:r>
          </a:p>
        </p:txBody>
      </p:sp>
      <p:sp>
        <p:nvSpPr>
          <p:cNvPr id="5128" name="AutoShape 7"/>
          <p:cNvSpPr>
            <a:spLocks noChangeArrowheads="1"/>
          </p:cNvSpPr>
          <p:nvPr/>
        </p:nvSpPr>
        <p:spPr bwMode="auto">
          <a:xfrm>
            <a:off x="1676400" y="4343400"/>
            <a:ext cx="228600" cy="439882"/>
          </a:xfrm>
          <a:prstGeom prst="upArrow">
            <a:avLst>
              <a:gd name="adj1" fmla="val 50000"/>
              <a:gd name="adj2" fmla="val 108333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5129" name="AutoShape 8"/>
          <p:cNvSpPr>
            <a:spLocks noChangeArrowheads="1"/>
          </p:cNvSpPr>
          <p:nvPr/>
        </p:nvSpPr>
        <p:spPr bwMode="auto">
          <a:xfrm>
            <a:off x="6324600" y="4343400"/>
            <a:ext cx="228600" cy="439882"/>
          </a:xfrm>
          <a:prstGeom prst="upArrow">
            <a:avLst>
              <a:gd name="adj1" fmla="val 50000"/>
              <a:gd name="adj2" fmla="val 108333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5130" name="Text Box 9"/>
          <p:cNvSpPr txBox="1">
            <a:spLocks noChangeArrowheads="1"/>
          </p:cNvSpPr>
          <p:nvPr/>
        </p:nvSpPr>
        <p:spPr bwMode="auto">
          <a:xfrm rot="-10800000" flipV="1">
            <a:off x="762000" y="5545282"/>
            <a:ext cx="21336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transcription</a:t>
            </a:r>
          </a:p>
        </p:txBody>
      </p:sp>
      <p:sp>
        <p:nvSpPr>
          <p:cNvPr id="5131" name="Text Box 10"/>
          <p:cNvSpPr txBox="1">
            <a:spLocks noChangeArrowheads="1"/>
          </p:cNvSpPr>
          <p:nvPr/>
        </p:nvSpPr>
        <p:spPr bwMode="auto">
          <a:xfrm rot="-10800000" flipV="1">
            <a:off x="5638800" y="5545282"/>
            <a:ext cx="21336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translation</a:t>
            </a:r>
          </a:p>
        </p:txBody>
      </p:sp>
      <p:sp>
        <p:nvSpPr>
          <p:cNvPr id="5132" name="AutoShape 11"/>
          <p:cNvSpPr>
            <a:spLocks noChangeArrowheads="1"/>
          </p:cNvSpPr>
          <p:nvPr/>
        </p:nvSpPr>
        <p:spPr bwMode="auto">
          <a:xfrm flipV="1">
            <a:off x="3733800" y="3640282"/>
            <a:ext cx="762000" cy="245918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5133" name="Text Box 12"/>
          <p:cNvSpPr txBox="1">
            <a:spLocks noChangeArrowheads="1"/>
          </p:cNvSpPr>
          <p:nvPr/>
        </p:nvSpPr>
        <p:spPr bwMode="auto">
          <a:xfrm>
            <a:off x="4419600" y="3581400"/>
            <a:ext cx="1600200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/>
              <a:t>Mature mRNA</a:t>
            </a:r>
          </a:p>
        </p:txBody>
      </p:sp>
      <p:sp>
        <p:nvSpPr>
          <p:cNvPr id="5134" name="AutoShape 13"/>
          <p:cNvSpPr>
            <a:spLocks noChangeArrowheads="1"/>
          </p:cNvSpPr>
          <p:nvPr/>
        </p:nvSpPr>
        <p:spPr bwMode="auto">
          <a:xfrm>
            <a:off x="3886200" y="4343400"/>
            <a:ext cx="228600" cy="439882"/>
          </a:xfrm>
          <a:prstGeom prst="upArrow">
            <a:avLst>
              <a:gd name="adj1" fmla="val 50000"/>
              <a:gd name="adj2" fmla="val 108333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5135" name="Text Box 14"/>
          <p:cNvSpPr txBox="1">
            <a:spLocks noChangeArrowheads="1"/>
          </p:cNvSpPr>
          <p:nvPr/>
        </p:nvSpPr>
        <p:spPr bwMode="auto">
          <a:xfrm rot="-10800000" flipV="1">
            <a:off x="2971800" y="5545282"/>
            <a:ext cx="2133600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splicing</a:t>
            </a:r>
          </a:p>
        </p:txBody>
      </p:sp>
      <p:sp>
        <p:nvSpPr>
          <p:cNvPr id="5136" name="Rectangle 15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rtl="0"/>
            <a:r>
              <a:rPr lang="en-US"/>
              <a:t>Gene: from DNA to protein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/>
              <a:t>DNA</a:t>
            </a:r>
          </a:p>
        </p:txBody>
      </p:sp>
      <p:pic>
        <p:nvPicPr>
          <p:cNvPr id="6148" name="Picture 3" descr="03a_l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5825" y="5146675"/>
            <a:ext cx="1636713" cy="154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228600" y="1295400"/>
            <a:ext cx="8447088" cy="4378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/>
              <a:t> DNA: a “string” over the alphabet of 4 </a:t>
            </a:r>
            <a:r>
              <a:rPr lang="en-US" sz="2800" dirty="0">
                <a:solidFill>
                  <a:srgbClr val="FF0000"/>
                </a:solidFill>
              </a:rPr>
              <a:t>bases</a:t>
            </a:r>
            <a:r>
              <a:rPr lang="en-US" sz="2800" dirty="0"/>
              <a:t> (nucleotides): </a:t>
            </a:r>
            <a:r>
              <a:rPr lang="en-US" sz="2800" dirty="0">
                <a:solidFill>
                  <a:srgbClr val="FF0000"/>
                </a:solidFill>
              </a:rPr>
              <a:t>{ A, C, G, T }</a:t>
            </a:r>
            <a:endParaRPr lang="en-US" sz="2800" dirty="0"/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/>
              <a:t> Resides in chromosomes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/>
              <a:t> Complementary </a:t>
            </a:r>
            <a:r>
              <a:rPr lang="en-US" sz="2800" dirty="0">
                <a:solidFill>
                  <a:srgbClr val="FF0000"/>
                </a:solidFill>
              </a:rPr>
              <a:t>strands</a:t>
            </a:r>
            <a:r>
              <a:rPr lang="en-US" sz="2800" dirty="0"/>
              <a:t>: A-T ; C-G</a:t>
            </a:r>
          </a:p>
          <a:p>
            <a:pPr algn="l">
              <a:spcBef>
                <a:spcPct val="50000"/>
              </a:spcBef>
            </a:pPr>
            <a:r>
              <a:rPr lang="en-US" sz="2400" dirty="0"/>
              <a:t>    Forward/sense strand: 		           	AACTTGCG</a:t>
            </a:r>
          </a:p>
          <a:p>
            <a:pPr algn="l">
              <a:spcBef>
                <a:spcPct val="50000"/>
              </a:spcBef>
            </a:pPr>
            <a:r>
              <a:rPr lang="en-US" sz="2400" dirty="0"/>
              <a:t>    Reverse-complement/anti-sense strand:  	TTGAACGC</a:t>
            </a:r>
          </a:p>
          <a:p>
            <a:pPr algn="l">
              <a:spcBef>
                <a:spcPct val="50000"/>
              </a:spcBef>
              <a:buFontTx/>
              <a:buChar char="•"/>
            </a:pPr>
            <a:r>
              <a:rPr lang="en-US" sz="2800" dirty="0"/>
              <a:t> Directional: from 5’ to 3’:</a:t>
            </a:r>
          </a:p>
          <a:p>
            <a:pPr algn="l">
              <a:spcBef>
                <a:spcPct val="50000"/>
              </a:spcBef>
            </a:pPr>
            <a:r>
              <a:rPr lang="en-US" sz="1800" dirty="0"/>
              <a:t>        (upstream)      AACTTGCGATACTCCTA       (downstream)</a:t>
            </a:r>
          </a:p>
        </p:txBody>
      </p:sp>
      <p:sp>
        <p:nvSpPr>
          <p:cNvPr id="6150" name="Line 5"/>
          <p:cNvSpPr>
            <a:spLocks noChangeShapeType="1"/>
          </p:cNvSpPr>
          <p:nvPr/>
        </p:nvSpPr>
        <p:spPr bwMode="auto">
          <a:xfrm>
            <a:off x="8269288" y="4005263"/>
            <a:ext cx="0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51" name="AutoShape 7"/>
          <p:cNvSpPr>
            <a:spLocks noChangeArrowheads="1"/>
          </p:cNvSpPr>
          <p:nvPr/>
        </p:nvSpPr>
        <p:spPr bwMode="auto">
          <a:xfrm>
            <a:off x="1979712" y="5413375"/>
            <a:ext cx="288925" cy="142875"/>
          </a:xfrm>
          <a:prstGeom prst="rightArrow">
            <a:avLst>
              <a:gd name="adj1" fmla="val 50000"/>
              <a:gd name="adj2" fmla="val 5055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6152" name="AutoShape 8"/>
          <p:cNvSpPr>
            <a:spLocks noChangeArrowheads="1"/>
          </p:cNvSpPr>
          <p:nvPr/>
        </p:nvSpPr>
        <p:spPr bwMode="auto">
          <a:xfrm>
            <a:off x="4932040" y="5414963"/>
            <a:ext cx="288925" cy="142875"/>
          </a:xfrm>
          <a:prstGeom prst="rightArrow">
            <a:avLst>
              <a:gd name="adj1" fmla="val 50000"/>
              <a:gd name="adj2" fmla="val 5055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6153" name="Line 10"/>
          <p:cNvSpPr>
            <a:spLocks noChangeShapeType="1"/>
          </p:cNvSpPr>
          <p:nvPr/>
        </p:nvSpPr>
        <p:spPr bwMode="auto">
          <a:xfrm flipV="1">
            <a:off x="2267744" y="5589588"/>
            <a:ext cx="73025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54" name="Text Box 11"/>
          <p:cNvSpPr txBox="1">
            <a:spLocks noChangeArrowheads="1"/>
          </p:cNvSpPr>
          <p:nvPr/>
        </p:nvSpPr>
        <p:spPr bwMode="auto">
          <a:xfrm>
            <a:off x="1763713" y="5870575"/>
            <a:ext cx="13668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5’ end</a:t>
            </a:r>
          </a:p>
        </p:txBody>
      </p:sp>
      <p:sp>
        <p:nvSpPr>
          <p:cNvPr id="6155" name="Line 12"/>
          <p:cNvSpPr>
            <a:spLocks noChangeShapeType="1"/>
          </p:cNvSpPr>
          <p:nvPr/>
        </p:nvSpPr>
        <p:spPr bwMode="auto">
          <a:xfrm flipH="1" flipV="1">
            <a:off x="4860032" y="5589588"/>
            <a:ext cx="144463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156" name="Text Box 13"/>
          <p:cNvSpPr txBox="1">
            <a:spLocks noChangeArrowheads="1"/>
          </p:cNvSpPr>
          <p:nvPr/>
        </p:nvSpPr>
        <p:spPr bwMode="auto">
          <a:xfrm>
            <a:off x="4572000" y="5870575"/>
            <a:ext cx="13668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/>
              <a:t>3’ end</a:t>
            </a:r>
          </a:p>
        </p:txBody>
      </p:sp>
      <p:sp>
        <p:nvSpPr>
          <p:cNvPr id="6157" name="Line 14"/>
          <p:cNvSpPr>
            <a:spLocks noChangeShapeType="1"/>
          </p:cNvSpPr>
          <p:nvPr/>
        </p:nvSpPr>
        <p:spPr bwMode="auto">
          <a:xfrm>
            <a:off x="8085138" y="4005263"/>
            <a:ext cx="0" cy="215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4294967295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med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00013"/>
            <a:ext cx="7772400" cy="1143001"/>
          </a:xfrm>
        </p:spPr>
        <p:txBody>
          <a:bodyPr/>
          <a:lstStyle/>
          <a:p>
            <a:r>
              <a:rPr lang="en-US"/>
              <a:t>Gene structure (eukaryotes)</a:t>
            </a:r>
          </a:p>
        </p:txBody>
      </p:sp>
      <p:sp>
        <p:nvSpPr>
          <p:cNvPr id="7172" name="Line 10"/>
          <p:cNvSpPr>
            <a:spLocks noChangeShapeType="1"/>
          </p:cNvSpPr>
          <p:nvPr/>
        </p:nvSpPr>
        <p:spPr bwMode="auto">
          <a:xfrm>
            <a:off x="1260475" y="1779588"/>
            <a:ext cx="7632700" cy="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3" name="Line 11"/>
          <p:cNvSpPr>
            <a:spLocks noChangeShapeType="1"/>
          </p:cNvSpPr>
          <p:nvPr/>
        </p:nvSpPr>
        <p:spPr bwMode="auto">
          <a:xfrm flipH="1">
            <a:off x="1044575" y="1492250"/>
            <a:ext cx="7561263" cy="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4" name="Rectangle 12"/>
          <p:cNvSpPr>
            <a:spLocks noChangeArrowheads="1"/>
          </p:cNvSpPr>
          <p:nvPr/>
        </p:nvSpPr>
        <p:spPr bwMode="auto">
          <a:xfrm>
            <a:off x="2989263" y="1708150"/>
            <a:ext cx="5400675" cy="144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7175" name="Line 13"/>
          <p:cNvSpPr>
            <a:spLocks noChangeShapeType="1"/>
          </p:cNvSpPr>
          <p:nvPr/>
        </p:nvSpPr>
        <p:spPr bwMode="auto">
          <a:xfrm>
            <a:off x="2989263" y="1579563"/>
            <a:ext cx="0" cy="37623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0528" name="Rectangle 16"/>
          <p:cNvSpPr>
            <a:spLocks noChangeArrowheads="1"/>
          </p:cNvSpPr>
          <p:nvPr/>
        </p:nvSpPr>
        <p:spPr bwMode="auto">
          <a:xfrm>
            <a:off x="2987675" y="3309938"/>
            <a:ext cx="2447925" cy="176212"/>
          </a:xfrm>
          <a:prstGeom prst="rect">
            <a:avLst/>
          </a:prstGeom>
          <a:solidFill>
            <a:srgbClr val="0000FF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7177" name="Text Box 19"/>
          <p:cNvSpPr txBox="1">
            <a:spLocks noChangeArrowheads="1"/>
          </p:cNvSpPr>
          <p:nvPr/>
        </p:nvSpPr>
        <p:spPr bwMode="auto">
          <a:xfrm>
            <a:off x="1998663" y="2259013"/>
            <a:ext cx="2016125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336600"/>
                </a:solidFill>
                <a:latin typeface="Times New Roman" pitchFamily="18" charset="0"/>
                <a:cs typeface="Times New Roman" pitchFamily="18" charset="0"/>
              </a:rPr>
              <a:t>Transcription start site (TSS)</a:t>
            </a:r>
          </a:p>
        </p:txBody>
      </p:sp>
      <p:sp>
        <p:nvSpPr>
          <p:cNvPr id="7178" name="Line 20"/>
          <p:cNvSpPr>
            <a:spLocks noChangeShapeType="1"/>
          </p:cNvSpPr>
          <p:nvPr/>
        </p:nvSpPr>
        <p:spPr bwMode="auto">
          <a:xfrm flipV="1">
            <a:off x="2843213" y="1989138"/>
            <a:ext cx="144462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179" name="Oval 21"/>
          <p:cNvSpPr>
            <a:spLocks noChangeArrowheads="1"/>
          </p:cNvSpPr>
          <p:nvPr/>
        </p:nvSpPr>
        <p:spPr bwMode="auto">
          <a:xfrm>
            <a:off x="1693863" y="1347788"/>
            <a:ext cx="1223962" cy="647700"/>
          </a:xfrm>
          <a:prstGeom prst="ellipse">
            <a:avLst/>
          </a:prstGeom>
          <a:solidFill>
            <a:srgbClr val="FF6600">
              <a:alpha val="30196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7180" name="Text Box 22"/>
          <p:cNvSpPr txBox="1">
            <a:spLocks noChangeArrowheads="1"/>
          </p:cNvSpPr>
          <p:nvPr/>
        </p:nvSpPr>
        <p:spPr bwMode="auto">
          <a:xfrm>
            <a:off x="1765300" y="981075"/>
            <a:ext cx="1123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Promoter</a:t>
            </a:r>
          </a:p>
        </p:txBody>
      </p:sp>
      <p:sp>
        <p:nvSpPr>
          <p:cNvPr id="320535" name="AutoShape 23"/>
          <p:cNvSpPr>
            <a:spLocks noChangeArrowheads="1"/>
          </p:cNvSpPr>
          <p:nvPr/>
        </p:nvSpPr>
        <p:spPr bwMode="auto">
          <a:xfrm>
            <a:off x="4643438" y="2060575"/>
            <a:ext cx="144462" cy="1081088"/>
          </a:xfrm>
          <a:prstGeom prst="downArrow">
            <a:avLst>
              <a:gd name="adj1" fmla="val 50000"/>
              <a:gd name="adj2" fmla="val 187089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he-IL"/>
          </a:p>
        </p:txBody>
      </p:sp>
      <p:sp>
        <p:nvSpPr>
          <p:cNvPr id="320536" name="Text Box 24"/>
          <p:cNvSpPr txBox="1">
            <a:spLocks noChangeArrowheads="1"/>
          </p:cNvSpPr>
          <p:nvPr/>
        </p:nvSpPr>
        <p:spPr bwMode="auto">
          <a:xfrm>
            <a:off x="4789488" y="2355850"/>
            <a:ext cx="38862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 b="1">
                <a:solidFill>
                  <a:srgbClr val="336600"/>
                </a:solidFill>
                <a:latin typeface="Times New Roman" pitchFamily="18" charset="0"/>
                <a:cs typeface="Times New Roman" pitchFamily="18" charset="0"/>
              </a:rPr>
              <a:t>Transcription  </a:t>
            </a:r>
            <a:r>
              <a:rPr lang="en-US" sz="16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(RNA polymerase)</a:t>
            </a:r>
          </a:p>
        </p:txBody>
      </p:sp>
      <p:sp>
        <p:nvSpPr>
          <p:cNvPr id="7183" name="Text Box 25"/>
          <p:cNvSpPr txBox="1">
            <a:spLocks noChangeArrowheads="1"/>
          </p:cNvSpPr>
          <p:nvPr/>
        </p:nvSpPr>
        <p:spPr bwMode="auto">
          <a:xfrm>
            <a:off x="34925" y="1447800"/>
            <a:ext cx="9366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tx1"/>
                </a:solidFill>
                <a:cs typeface="Times New Roman" pitchFamily="18" charset="0"/>
              </a:rPr>
              <a:t>DNA</a:t>
            </a:r>
          </a:p>
        </p:txBody>
      </p:sp>
      <p:sp>
        <p:nvSpPr>
          <p:cNvPr id="320538" name="Line 26"/>
          <p:cNvSpPr>
            <a:spLocks noChangeShapeType="1"/>
          </p:cNvSpPr>
          <p:nvPr/>
        </p:nvSpPr>
        <p:spPr bwMode="auto">
          <a:xfrm flipV="1">
            <a:off x="2987675" y="3406775"/>
            <a:ext cx="5400675" cy="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0541" name="Text Box 29"/>
          <p:cNvSpPr txBox="1">
            <a:spLocks noChangeArrowheads="1"/>
          </p:cNvSpPr>
          <p:nvPr/>
        </p:nvSpPr>
        <p:spPr bwMode="auto">
          <a:xfrm>
            <a:off x="1187450" y="3176588"/>
            <a:ext cx="18002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tx1"/>
                </a:solidFill>
                <a:cs typeface="Times New Roman" pitchFamily="18" charset="0"/>
              </a:rPr>
              <a:t>Pre-mRNA</a:t>
            </a:r>
          </a:p>
        </p:txBody>
      </p:sp>
      <p:sp>
        <p:nvSpPr>
          <p:cNvPr id="320544" name="Rectangle 32"/>
          <p:cNvSpPr>
            <a:spLocks noChangeArrowheads="1"/>
          </p:cNvSpPr>
          <p:nvPr/>
        </p:nvSpPr>
        <p:spPr bwMode="auto">
          <a:xfrm>
            <a:off x="5435600" y="3309938"/>
            <a:ext cx="1223963" cy="176212"/>
          </a:xfrm>
          <a:prstGeom prst="rect">
            <a:avLst/>
          </a:prstGeom>
          <a:solidFill>
            <a:srgbClr val="FF0000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20545" name="Rectangle 33"/>
          <p:cNvSpPr>
            <a:spLocks noChangeArrowheads="1"/>
          </p:cNvSpPr>
          <p:nvPr/>
        </p:nvSpPr>
        <p:spPr bwMode="auto">
          <a:xfrm>
            <a:off x="6659563" y="3313113"/>
            <a:ext cx="1728787" cy="173037"/>
          </a:xfrm>
          <a:prstGeom prst="rect">
            <a:avLst/>
          </a:prstGeom>
          <a:solidFill>
            <a:srgbClr val="0000FF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20546" name="Text Box 34"/>
          <p:cNvSpPr txBox="1">
            <a:spLocks noChangeArrowheads="1"/>
          </p:cNvSpPr>
          <p:nvPr/>
        </p:nvSpPr>
        <p:spPr bwMode="auto">
          <a:xfrm>
            <a:off x="3808413" y="3422650"/>
            <a:ext cx="6921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>
                <a:latin typeface="Times New Roman" pitchFamily="18" charset="0"/>
                <a:cs typeface="Times New Roman" pitchFamily="18" charset="0"/>
              </a:rPr>
              <a:t>Exon</a:t>
            </a:r>
          </a:p>
        </p:txBody>
      </p:sp>
      <p:sp>
        <p:nvSpPr>
          <p:cNvPr id="320547" name="Text Box 35"/>
          <p:cNvSpPr txBox="1">
            <a:spLocks noChangeArrowheads="1"/>
          </p:cNvSpPr>
          <p:nvPr/>
        </p:nvSpPr>
        <p:spPr bwMode="auto">
          <a:xfrm>
            <a:off x="7192963" y="3413125"/>
            <a:ext cx="6921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>
                <a:latin typeface="Times New Roman" pitchFamily="18" charset="0"/>
                <a:cs typeface="Times New Roman" pitchFamily="18" charset="0"/>
              </a:rPr>
              <a:t>Exon</a:t>
            </a:r>
          </a:p>
        </p:txBody>
      </p:sp>
      <p:sp>
        <p:nvSpPr>
          <p:cNvPr id="320548" name="Text Box 36"/>
          <p:cNvSpPr txBox="1">
            <a:spLocks noChangeArrowheads="1"/>
          </p:cNvSpPr>
          <p:nvPr/>
        </p:nvSpPr>
        <p:spPr bwMode="auto">
          <a:xfrm>
            <a:off x="5588000" y="3413125"/>
            <a:ext cx="8191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CC3300"/>
                </a:solidFill>
                <a:latin typeface="Times New Roman" pitchFamily="18" charset="0"/>
                <a:cs typeface="Times New Roman" pitchFamily="18" charset="0"/>
              </a:rPr>
              <a:t>Intron</a:t>
            </a:r>
          </a:p>
        </p:txBody>
      </p:sp>
      <p:sp>
        <p:nvSpPr>
          <p:cNvPr id="320549" name="AutoShape 37"/>
          <p:cNvSpPr>
            <a:spLocks noChangeArrowheads="1"/>
          </p:cNvSpPr>
          <p:nvPr/>
        </p:nvSpPr>
        <p:spPr bwMode="auto">
          <a:xfrm>
            <a:off x="5148263" y="3644900"/>
            <a:ext cx="144462" cy="792163"/>
          </a:xfrm>
          <a:prstGeom prst="downArrow">
            <a:avLst>
              <a:gd name="adj1" fmla="val 50000"/>
              <a:gd name="adj2" fmla="val 137088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he-IL"/>
          </a:p>
        </p:txBody>
      </p:sp>
      <p:sp>
        <p:nvSpPr>
          <p:cNvPr id="320550" name="Text Box 38"/>
          <p:cNvSpPr txBox="1">
            <a:spLocks noChangeArrowheads="1"/>
          </p:cNvSpPr>
          <p:nvPr/>
        </p:nvSpPr>
        <p:spPr bwMode="auto">
          <a:xfrm>
            <a:off x="5364163" y="3860800"/>
            <a:ext cx="28797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 b="1">
                <a:solidFill>
                  <a:srgbClr val="336600"/>
                </a:solidFill>
                <a:latin typeface="Times New Roman" pitchFamily="18" charset="0"/>
                <a:cs typeface="Times New Roman" pitchFamily="18" charset="0"/>
              </a:rPr>
              <a:t>Splicing  </a:t>
            </a:r>
            <a:r>
              <a:rPr lang="en-US" sz="16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(spliceosome)</a:t>
            </a:r>
            <a:endParaRPr lang="en-US" sz="2400" b="1">
              <a:solidFill>
                <a:srgbClr val="33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0553" name="Text Box 41"/>
          <p:cNvSpPr txBox="1">
            <a:spLocks noChangeArrowheads="1"/>
          </p:cNvSpPr>
          <p:nvPr/>
        </p:nvSpPr>
        <p:spPr bwMode="auto">
          <a:xfrm>
            <a:off x="1187450" y="4459288"/>
            <a:ext cx="20161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tx1"/>
                </a:solidFill>
                <a:cs typeface="Times New Roman" pitchFamily="18" charset="0"/>
              </a:rPr>
              <a:t>Mature mRNA</a:t>
            </a:r>
          </a:p>
        </p:txBody>
      </p:sp>
      <p:sp>
        <p:nvSpPr>
          <p:cNvPr id="320556" name="Text Box 44"/>
          <p:cNvSpPr txBox="1">
            <a:spLocks noChangeArrowheads="1"/>
          </p:cNvSpPr>
          <p:nvPr/>
        </p:nvSpPr>
        <p:spPr bwMode="auto">
          <a:xfrm>
            <a:off x="3276600" y="4221163"/>
            <a:ext cx="9144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>
                <a:latin typeface="Times New Roman" pitchFamily="18" charset="0"/>
                <a:cs typeface="Times New Roman" pitchFamily="18" charset="0"/>
              </a:rPr>
              <a:t>5’ UTR</a:t>
            </a:r>
          </a:p>
        </p:txBody>
      </p:sp>
      <p:sp>
        <p:nvSpPr>
          <p:cNvPr id="320560" name="Text Box 48"/>
          <p:cNvSpPr txBox="1">
            <a:spLocks noChangeArrowheads="1"/>
          </p:cNvSpPr>
          <p:nvPr/>
        </p:nvSpPr>
        <p:spPr bwMode="auto">
          <a:xfrm>
            <a:off x="7019925" y="4221163"/>
            <a:ext cx="9144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>
                <a:latin typeface="Times New Roman" pitchFamily="18" charset="0"/>
                <a:cs typeface="Times New Roman" pitchFamily="18" charset="0"/>
              </a:rPr>
              <a:t>3’ UTR</a:t>
            </a:r>
          </a:p>
        </p:txBody>
      </p:sp>
      <p:sp>
        <p:nvSpPr>
          <p:cNvPr id="320561" name="Rectangle 49"/>
          <p:cNvSpPr>
            <a:spLocks noChangeArrowheads="1"/>
          </p:cNvSpPr>
          <p:nvPr/>
        </p:nvSpPr>
        <p:spPr bwMode="auto">
          <a:xfrm>
            <a:off x="3563938" y="4587875"/>
            <a:ext cx="2447925" cy="173038"/>
          </a:xfrm>
          <a:prstGeom prst="rect">
            <a:avLst/>
          </a:prstGeom>
          <a:solidFill>
            <a:srgbClr val="0000FF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20562" name="Line 50"/>
          <p:cNvSpPr>
            <a:spLocks noChangeShapeType="1"/>
          </p:cNvSpPr>
          <p:nvPr/>
        </p:nvSpPr>
        <p:spPr bwMode="auto">
          <a:xfrm>
            <a:off x="3563938" y="4668838"/>
            <a:ext cx="4176712" cy="6350"/>
          </a:xfrm>
          <a:prstGeom prst="line">
            <a:avLst/>
          </a:prstGeom>
          <a:noFill/>
          <a:ln w="38100">
            <a:solidFill>
              <a:srgbClr val="663300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0563" name="Rectangle 51"/>
          <p:cNvSpPr>
            <a:spLocks noChangeArrowheads="1"/>
          </p:cNvSpPr>
          <p:nvPr/>
        </p:nvSpPr>
        <p:spPr bwMode="auto">
          <a:xfrm>
            <a:off x="6011863" y="4591050"/>
            <a:ext cx="1728787" cy="173038"/>
          </a:xfrm>
          <a:prstGeom prst="rect">
            <a:avLst/>
          </a:prstGeom>
          <a:solidFill>
            <a:srgbClr val="0000FF">
              <a:alpha val="2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20564" name="Line 52"/>
          <p:cNvSpPr>
            <a:spLocks noChangeShapeType="1"/>
          </p:cNvSpPr>
          <p:nvPr/>
        </p:nvSpPr>
        <p:spPr bwMode="auto">
          <a:xfrm>
            <a:off x="4283075" y="4465638"/>
            <a:ext cx="0" cy="376237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0565" name="Text Box 53"/>
          <p:cNvSpPr txBox="1">
            <a:spLocks noChangeArrowheads="1"/>
          </p:cNvSpPr>
          <p:nvPr/>
        </p:nvSpPr>
        <p:spPr bwMode="auto">
          <a:xfrm>
            <a:off x="2411413" y="4962525"/>
            <a:ext cx="2016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Start codon</a:t>
            </a:r>
          </a:p>
        </p:txBody>
      </p:sp>
      <p:sp>
        <p:nvSpPr>
          <p:cNvPr id="320566" name="Line 54"/>
          <p:cNvSpPr>
            <a:spLocks noChangeShapeType="1"/>
          </p:cNvSpPr>
          <p:nvPr/>
        </p:nvSpPr>
        <p:spPr bwMode="auto">
          <a:xfrm flipV="1">
            <a:off x="3995738" y="4881563"/>
            <a:ext cx="215900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0567" name="Line 55"/>
          <p:cNvSpPr>
            <a:spLocks noChangeShapeType="1"/>
          </p:cNvSpPr>
          <p:nvPr/>
        </p:nvSpPr>
        <p:spPr bwMode="auto">
          <a:xfrm>
            <a:off x="6948488" y="4457700"/>
            <a:ext cx="0" cy="376238"/>
          </a:xfrm>
          <a:prstGeom prst="line">
            <a:avLst/>
          </a:prstGeom>
          <a:noFill/>
          <a:ln w="25400">
            <a:solidFill>
              <a:srgbClr val="FF00FF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0568" name="Text Box 56"/>
          <p:cNvSpPr txBox="1">
            <a:spLocks noChangeArrowheads="1"/>
          </p:cNvSpPr>
          <p:nvPr/>
        </p:nvSpPr>
        <p:spPr bwMode="auto">
          <a:xfrm>
            <a:off x="6780213" y="4946650"/>
            <a:ext cx="2016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Stop codon</a:t>
            </a:r>
          </a:p>
        </p:txBody>
      </p:sp>
      <p:sp>
        <p:nvSpPr>
          <p:cNvPr id="320569" name="Line 57"/>
          <p:cNvSpPr>
            <a:spLocks noChangeShapeType="1"/>
          </p:cNvSpPr>
          <p:nvPr/>
        </p:nvSpPr>
        <p:spPr bwMode="auto">
          <a:xfrm flipH="1" flipV="1">
            <a:off x="7019925" y="4875213"/>
            <a:ext cx="144463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0570" name="Text Box 58"/>
          <p:cNvSpPr txBox="1">
            <a:spLocks noChangeArrowheads="1"/>
          </p:cNvSpPr>
          <p:nvPr/>
        </p:nvSpPr>
        <p:spPr bwMode="auto">
          <a:xfrm>
            <a:off x="4859338" y="5084763"/>
            <a:ext cx="157480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1800" b="1">
                <a:solidFill>
                  <a:srgbClr val="CC0099"/>
                </a:solidFill>
                <a:latin typeface="Times New Roman" pitchFamily="18" charset="0"/>
                <a:cs typeface="Times New Roman" pitchFamily="18" charset="0"/>
              </a:rPr>
              <a:t>Coding region</a:t>
            </a:r>
          </a:p>
        </p:txBody>
      </p:sp>
      <p:sp>
        <p:nvSpPr>
          <p:cNvPr id="320571" name="AutoShape 59"/>
          <p:cNvSpPr>
            <a:spLocks/>
          </p:cNvSpPr>
          <p:nvPr/>
        </p:nvSpPr>
        <p:spPr bwMode="auto">
          <a:xfrm rot="-5400000">
            <a:off x="5519738" y="3711575"/>
            <a:ext cx="193675" cy="2663825"/>
          </a:xfrm>
          <a:prstGeom prst="leftBrace">
            <a:avLst>
              <a:gd name="adj1" fmla="val 114617"/>
              <a:gd name="adj2" fmla="val 51750"/>
            </a:avLst>
          </a:prstGeom>
          <a:noFill/>
          <a:ln w="12700">
            <a:solidFill>
              <a:srgbClr val="FF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he-IL"/>
          </a:p>
        </p:txBody>
      </p:sp>
      <p:sp>
        <p:nvSpPr>
          <p:cNvPr id="320572" name="AutoShape 60"/>
          <p:cNvSpPr>
            <a:spLocks noChangeArrowheads="1"/>
          </p:cNvSpPr>
          <p:nvPr/>
        </p:nvSpPr>
        <p:spPr bwMode="auto">
          <a:xfrm>
            <a:off x="5364163" y="5451475"/>
            <a:ext cx="144462" cy="569913"/>
          </a:xfrm>
          <a:prstGeom prst="downArrow">
            <a:avLst>
              <a:gd name="adj1" fmla="val 50000"/>
              <a:gd name="adj2" fmla="val 9862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he-IL"/>
          </a:p>
        </p:txBody>
      </p:sp>
      <p:sp>
        <p:nvSpPr>
          <p:cNvPr id="320573" name="Text Box 61"/>
          <p:cNvSpPr txBox="1">
            <a:spLocks noChangeArrowheads="1"/>
          </p:cNvSpPr>
          <p:nvPr/>
        </p:nvSpPr>
        <p:spPr bwMode="auto">
          <a:xfrm>
            <a:off x="5580063" y="5445125"/>
            <a:ext cx="331311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400" b="1">
                <a:solidFill>
                  <a:srgbClr val="336600"/>
                </a:solidFill>
                <a:latin typeface="Times New Roman" pitchFamily="18" charset="0"/>
                <a:cs typeface="Times New Roman" pitchFamily="18" charset="0"/>
              </a:rPr>
              <a:t>Translation  </a:t>
            </a:r>
            <a:r>
              <a:rPr lang="en-US" sz="1600" b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(ribosome)</a:t>
            </a:r>
            <a:r>
              <a:rPr lang="en-US" sz="2400" b="1">
                <a:solidFill>
                  <a:srgbClr val="33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20574" name="Picture 62" descr="protei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263" y="6100763"/>
            <a:ext cx="608012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0575" name="Text Box 63"/>
          <p:cNvSpPr txBox="1">
            <a:spLocks noChangeArrowheads="1"/>
          </p:cNvSpPr>
          <p:nvPr/>
        </p:nvSpPr>
        <p:spPr bwMode="auto">
          <a:xfrm>
            <a:off x="3779838" y="6200775"/>
            <a:ext cx="1368425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solidFill>
                  <a:schemeClr val="tx1"/>
                </a:solidFill>
                <a:cs typeface="Times New Roman" pitchFamily="18" charset="0"/>
              </a:rPr>
              <a:t>Protein</a:t>
            </a:r>
          </a:p>
        </p:txBody>
      </p:sp>
      <p:sp>
        <p:nvSpPr>
          <p:cNvPr id="7211" name="Text Box 64"/>
          <p:cNvSpPr txBox="1">
            <a:spLocks noChangeArrowheads="1"/>
          </p:cNvSpPr>
          <p:nvPr/>
        </p:nvSpPr>
        <p:spPr bwMode="auto">
          <a:xfrm>
            <a:off x="5508625" y="1812925"/>
            <a:ext cx="201612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663300"/>
                </a:solidFill>
                <a:latin typeface="Times New Roman" pitchFamily="18" charset="0"/>
                <a:cs typeface="Times New Roman" pitchFamily="18" charset="0"/>
              </a:rPr>
              <a:t>Coding strand</a:t>
            </a:r>
          </a:p>
        </p:txBody>
      </p:sp>
      <p:sp>
        <p:nvSpPr>
          <p:cNvPr id="44" name="Footer Placeholder 4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28" grpId="0" animBg="1"/>
      <p:bldP spid="320535" grpId="0" animBg="1"/>
      <p:bldP spid="320536" grpId="0"/>
      <p:bldP spid="320538" grpId="0" animBg="1"/>
      <p:bldP spid="320541" grpId="0"/>
      <p:bldP spid="320544" grpId="0" animBg="1"/>
      <p:bldP spid="320545" grpId="0" animBg="1"/>
      <p:bldP spid="320546" grpId="0"/>
      <p:bldP spid="320547" grpId="0"/>
      <p:bldP spid="320548" grpId="0"/>
      <p:bldP spid="320549" grpId="0" animBg="1"/>
      <p:bldP spid="320550" grpId="0"/>
      <p:bldP spid="320553" grpId="0"/>
      <p:bldP spid="320556" grpId="0"/>
      <p:bldP spid="320560" grpId="0"/>
      <p:bldP spid="320561" grpId="0" animBg="1"/>
      <p:bldP spid="320562" grpId="0" animBg="1"/>
      <p:bldP spid="320563" grpId="0" animBg="1"/>
      <p:bldP spid="320564" grpId="0" animBg="1"/>
      <p:bldP spid="320565" grpId="0"/>
      <p:bldP spid="320566" grpId="0" animBg="1"/>
      <p:bldP spid="320567" grpId="0" animBg="1"/>
      <p:bldP spid="320568" grpId="0"/>
      <p:bldP spid="320569" grpId="0" animBg="1"/>
      <p:bldP spid="320570" grpId="0"/>
      <p:bldP spid="320571" grpId="0" animBg="1"/>
      <p:bldP spid="320572" grpId="0" animBg="1"/>
      <p:bldP spid="320573" grpId="0"/>
      <p:bldP spid="3205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15888"/>
            <a:ext cx="7772400" cy="1019175"/>
          </a:xfrm>
        </p:spPr>
        <p:txBody>
          <a:bodyPr/>
          <a:lstStyle/>
          <a:p>
            <a:r>
              <a:rPr lang="en-US" sz="4800" b="1"/>
              <a:t>Regulation of Expression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569325" cy="5508625"/>
          </a:xfrm>
        </p:spPr>
        <p:txBody>
          <a:bodyPr/>
          <a:lstStyle/>
          <a:p>
            <a:r>
              <a:rPr lang="en-US" dirty="0">
                <a:latin typeface="Comic Sans MS"/>
              </a:rPr>
              <a:t>Each </a:t>
            </a:r>
            <a:r>
              <a:rPr lang="en-US" dirty="0">
                <a:solidFill>
                  <a:srgbClr val="CC3300"/>
                </a:solidFill>
                <a:latin typeface="Comic Sans MS"/>
              </a:rPr>
              <a:t>cell</a:t>
            </a:r>
            <a:r>
              <a:rPr lang="en-US" dirty="0">
                <a:latin typeface="Comic Sans MS"/>
              </a:rPr>
              <a:t> contains an identical copy of the whole genome - but utilizes only a subset of the genes to perform diverse, unique tasks</a:t>
            </a:r>
          </a:p>
          <a:p>
            <a:r>
              <a:rPr lang="en-US" dirty="0"/>
              <a:t>Most genes are highly regulated – </a:t>
            </a:r>
          </a:p>
          <a:p>
            <a:pPr>
              <a:buFontTx/>
              <a:buNone/>
            </a:pPr>
            <a:r>
              <a:rPr lang="en-US" dirty="0"/>
              <a:t>	their </a:t>
            </a:r>
            <a:r>
              <a:rPr lang="en-US" dirty="0">
                <a:solidFill>
                  <a:srgbClr val="CC3300"/>
                </a:solidFill>
              </a:rPr>
              <a:t>expression</a:t>
            </a:r>
            <a:r>
              <a:rPr lang="en-US" dirty="0"/>
              <a:t> is limited to specific tissues, developmental stages, physiological condition</a:t>
            </a:r>
          </a:p>
          <a:p>
            <a:r>
              <a:rPr lang="en-US" dirty="0"/>
              <a:t>Main regulatory mechanisms: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mic Sans MS"/>
              </a:rPr>
              <a:t>transcriptional regulation</a:t>
            </a:r>
          </a:p>
          <a:p>
            <a:pPr lvl="1"/>
            <a:r>
              <a:rPr lang="en-US" dirty="0">
                <a:latin typeface="Comic Sans MS"/>
              </a:rPr>
              <a:t>post-transcriptional regulation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C5CC23-4A30-F9E6-1A58-36E9653FA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Comic Sans MS"/>
              </a:rPr>
              <a:t>Transcriptional regulation </a:t>
            </a:r>
            <a:endParaRPr lang="he-IL"/>
          </a:p>
        </p:txBody>
      </p:sp>
      <p:pic>
        <p:nvPicPr>
          <p:cNvPr id="12" name="מציין מיקום תוכן 11" descr="תמונה שמכילה ציור, איור, שרטוט, אומנות קליפיפם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1F508390-DC7C-83AD-7928-CAE2D73FE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90" t="93" r="143" b="-7"/>
          <a:stretch>
            <a:fillRect/>
          </a:stretch>
        </p:blipFill>
        <p:spPr bwMode="auto">
          <a:xfrm rot="12000000">
            <a:off x="6936742" y="2877035"/>
            <a:ext cx="1266153" cy="1532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F12999E4-60DF-43EE-0269-CACEE951C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69ECDCA-8F5C-4247-3EEF-C823BECC84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E5AB82-7054-4EC3-A630-6935BB9C12ED}" type="slidenum">
              <a:rPr lang="he-IL"/>
              <a:pPr>
                <a:defRPr/>
              </a:pPr>
              <a:t>8</a:t>
            </a:fld>
            <a:endParaRPr lang="en-US"/>
          </a:p>
        </p:txBody>
      </p:sp>
      <p:pic>
        <p:nvPicPr>
          <p:cNvPr id="13" name="תמונה 12" descr="תמונה שמכילה סמל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0465EE88-A855-010C-609D-141640EFA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" t="944" r="566" b="-237"/>
          <a:stretch>
            <a:fillRect/>
          </a:stretch>
        </p:blipFill>
        <p:spPr>
          <a:xfrm rot="840000">
            <a:off x="6594213" y="4352290"/>
            <a:ext cx="586949" cy="605285"/>
          </a:xfrm>
          <a:prstGeom prst="rect">
            <a:avLst/>
          </a:prstGeom>
        </p:spPr>
      </p:pic>
      <p:pic>
        <p:nvPicPr>
          <p:cNvPr id="14" name="תמונה 13" descr="תמונה שמכילה גופן, גרפיקה, עיצוב גרפי, עיצוב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1D3D03F1-7A61-0361-507E-9DBF49B6A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27005" y="4990978"/>
            <a:ext cx="4133850" cy="866775"/>
          </a:xfrm>
          <a:prstGeom prst="rect">
            <a:avLst/>
          </a:prstGeom>
        </p:spPr>
      </p:pic>
      <p:pic>
        <p:nvPicPr>
          <p:cNvPr id="15" name="תמונה 14" descr="תמונה שמכילה צבעוני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03B36B4B-7F57-5EF1-1339-1F902D457B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93"/>
          <a:stretch>
            <a:fillRect/>
          </a:stretch>
        </p:blipFill>
        <p:spPr>
          <a:xfrm>
            <a:off x="301425" y="5027752"/>
            <a:ext cx="4267200" cy="826463"/>
          </a:xfrm>
          <a:prstGeom prst="rect">
            <a:avLst/>
          </a:prstGeom>
        </p:spPr>
      </p:pic>
      <p:pic>
        <p:nvPicPr>
          <p:cNvPr id="16" name="תמונה 15" descr="תמונה שמכילה ציור, איור, שרטוט, אומנות קליפיפם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12FDF5D6-612F-1C6C-9907-10EB565F3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6" t="438" r="23" b="-104"/>
          <a:stretch>
            <a:fillRect/>
          </a:stretch>
        </p:blipFill>
        <p:spPr>
          <a:xfrm rot="11700000">
            <a:off x="2198962" y="2843114"/>
            <a:ext cx="1257847" cy="1528404"/>
          </a:xfrm>
          <a:prstGeom prst="rect">
            <a:avLst/>
          </a:prstGeom>
        </p:spPr>
      </p:pic>
      <p:pic>
        <p:nvPicPr>
          <p:cNvPr id="17" name="תמונה 16" descr="תמונה שמכילה טקסט, עיצוב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83E89387-ECA4-30BF-D3EB-2DFF09EA1BC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024364" y="4426109"/>
            <a:ext cx="704850" cy="571500"/>
          </a:xfrm>
          <a:prstGeom prst="rect">
            <a:avLst/>
          </a:prstGeom>
        </p:spPr>
      </p:pic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BC20E721-5039-8574-A876-E4CD3A0B3A98}"/>
              </a:ext>
            </a:extLst>
          </p:cNvPr>
          <p:cNvSpPr txBox="1"/>
          <p:nvPr/>
        </p:nvSpPr>
        <p:spPr>
          <a:xfrm>
            <a:off x="675191" y="1364848"/>
            <a:ext cx="7957593" cy="15062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342900">
              <a:buFont typeface="Arial,Sans-Serif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DNA-binding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proteins (DBPs) are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primary regulators of gene expression.</a:t>
            </a:r>
            <a:r>
              <a:rPr lang="en-US" sz="24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457200" indent="-342900">
              <a:buFont typeface="Arial,Sans-Serif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</a:rPr>
              <a:t>DBPs recognize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 </a:t>
            </a:r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specific DNA</a:t>
            </a: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  binding sites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22795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mic Sans MS"/>
              </a:rPr>
              <a:t>Protein D</a:t>
            </a:r>
            <a:r>
              <a:rPr lang="en-US" dirty="0">
                <a:latin typeface="Comic Sans MS"/>
              </a:rPr>
              <a:t>NA-binding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77144"/>
            <a:ext cx="8610600" cy="46482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6419"/>
            <a:ext cx="9144000" cy="5143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87624" y="2921223"/>
            <a:ext cx="50405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15616" y="5045459"/>
            <a:ext cx="50405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25042" y="3462808"/>
            <a:ext cx="906997" cy="481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27984" y="2921223"/>
            <a:ext cx="50405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499992" y="5153471"/>
            <a:ext cx="50405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11760" y="1551583"/>
            <a:ext cx="3816424" cy="439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91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81075"/>
            <a:ext cx="7773988" cy="1800225"/>
          </a:xfrm>
        </p:spPr>
        <p:txBody>
          <a:bodyPr/>
          <a:lstStyle/>
          <a:p>
            <a:pPr marL="225425" indent="-225425"/>
            <a:r>
              <a:rPr lang="en-US" sz="2800" b="1" dirty="0"/>
              <a:t>Consensus (“degenerate”) string:</a:t>
            </a:r>
            <a:endParaRPr lang="en-US" b="1" dirty="0"/>
          </a:p>
        </p:txBody>
      </p:sp>
      <p:sp>
        <p:nvSpPr>
          <p:cNvPr id="12292" name="Rectangle 3"/>
          <p:cNvSpPr>
            <a:spLocks noChangeArrowheads="1"/>
          </p:cNvSpPr>
          <p:nvPr/>
        </p:nvSpPr>
        <p:spPr bwMode="auto">
          <a:xfrm>
            <a:off x="428302" y="128043"/>
            <a:ext cx="8359404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40" tIns="45720" rIns="91440" bIns="45720" anchor="t">
            <a:spAutoFit/>
          </a:bodyPr>
          <a:lstStyle/>
          <a:p>
            <a:pPr eaLnBrk="1" hangingPunct="1">
              <a:spcBef>
                <a:spcPct val="0"/>
              </a:spcBef>
              <a:spcAft>
                <a:spcPct val="20000"/>
              </a:spcAft>
            </a:pPr>
            <a:r>
              <a:rPr lang="en-US" sz="4400" b="1">
                <a:solidFill>
                  <a:srgbClr val="000099"/>
                </a:solidFill>
                <a:latin typeface="Arial"/>
                <a:cs typeface="Arial"/>
              </a:rPr>
              <a:t>DBP BS motif models - strings</a:t>
            </a:r>
          </a:p>
        </p:txBody>
      </p:sp>
      <p:sp>
        <p:nvSpPr>
          <p:cNvPr id="12293" name="Text Box 50"/>
          <p:cNvSpPr txBox="1">
            <a:spLocks noChangeArrowheads="1"/>
          </p:cNvSpPr>
          <p:nvPr/>
        </p:nvSpPr>
        <p:spPr bwMode="auto">
          <a:xfrm>
            <a:off x="5657850" y="3813175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7</a:t>
            </a:r>
          </a:p>
        </p:txBody>
      </p:sp>
      <p:sp>
        <p:nvSpPr>
          <p:cNvPr id="12294" name="Text Box 51"/>
          <p:cNvSpPr txBox="1">
            <a:spLocks noChangeArrowheads="1"/>
          </p:cNvSpPr>
          <p:nvPr/>
        </p:nvSpPr>
        <p:spPr bwMode="auto">
          <a:xfrm>
            <a:off x="5657850" y="4244975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9</a:t>
            </a:r>
          </a:p>
        </p:txBody>
      </p:sp>
      <p:sp>
        <p:nvSpPr>
          <p:cNvPr id="12295" name="Text Box 52"/>
          <p:cNvSpPr txBox="1">
            <a:spLocks noChangeArrowheads="1"/>
          </p:cNvSpPr>
          <p:nvPr/>
        </p:nvSpPr>
        <p:spPr bwMode="auto">
          <a:xfrm>
            <a:off x="5657850" y="3367088"/>
            <a:ext cx="787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5</a:t>
            </a:r>
          </a:p>
        </p:txBody>
      </p:sp>
      <p:sp>
        <p:nvSpPr>
          <p:cNvPr id="12296" name="Text Box 53"/>
          <p:cNvSpPr txBox="1">
            <a:spLocks noChangeArrowheads="1"/>
          </p:cNvSpPr>
          <p:nvPr/>
        </p:nvSpPr>
        <p:spPr bwMode="auto">
          <a:xfrm>
            <a:off x="5657850" y="2940050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3</a:t>
            </a:r>
          </a:p>
        </p:txBody>
      </p:sp>
      <p:sp>
        <p:nvSpPr>
          <p:cNvPr id="12297" name="Line 54"/>
          <p:cNvSpPr>
            <a:spLocks noChangeShapeType="1"/>
          </p:cNvSpPr>
          <p:nvPr/>
        </p:nvSpPr>
        <p:spPr bwMode="auto">
          <a:xfrm>
            <a:off x="1692275" y="2941638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8" name="Line 55"/>
          <p:cNvSpPr>
            <a:spLocks noChangeShapeType="1"/>
          </p:cNvSpPr>
          <p:nvPr/>
        </p:nvSpPr>
        <p:spPr bwMode="auto">
          <a:xfrm>
            <a:off x="5148263" y="2941638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9" name="Text Box 56"/>
          <p:cNvSpPr txBox="1">
            <a:spLocks noChangeArrowheads="1"/>
          </p:cNvSpPr>
          <p:nvPr/>
        </p:nvSpPr>
        <p:spPr bwMode="auto">
          <a:xfrm>
            <a:off x="5657850" y="2724150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2</a:t>
            </a:r>
          </a:p>
        </p:txBody>
      </p:sp>
      <p:sp>
        <p:nvSpPr>
          <p:cNvPr id="12300" name="Line 57"/>
          <p:cNvSpPr>
            <a:spLocks noChangeShapeType="1"/>
          </p:cNvSpPr>
          <p:nvPr/>
        </p:nvSpPr>
        <p:spPr bwMode="auto">
          <a:xfrm>
            <a:off x="1692275" y="3157538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1" name="Line 58"/>
          <p:cNvSpPr>
            <a:spLocks noChangeShapeType="1"/>
          </p:cNvSpPr>
          <p:nvPr/>
        </p:nvSpPr>
        <p:spPr bwMode="auto">
          <a:xfrm>
            <a:off x="5148263" y="3157538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2" name="Line 59"/>
          <p:cNvSpPr>
            <a:spLocks noChangeShapeType="1"/>
          </p:cNvSpPr>
          <p:nvPr/>
        </p:nvSpPr>
        <p:spPr bwMode="auto">
          <a:xfrm>
            <a:off x="1692275" y="3367088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3" name="Line 60"/>
          <p:cNvSpPr>
            <a:spLocks noChangeShapeType="1"/>
          </p:cNvSpPr>
          <p:nvPr/>
        </p:nvSpPr>
        <p:spPr bwMode="auto">
          <a:xfrm>
            <a:off x="5148263" y="3367088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4" name="Text Box 61"/>
          <p:cNvSpPr txBox="1">
            <a:spLocks noChangeArrowheads="1"/>
          </p:cNvSpPr>
          <p:nvPr/>
        </p:nvSpPr>
        <p:spPr bwMode="auto">
          <a:xfrm>
            <a:off x="5657850" y="3149600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4</a:t>
            </a:r>
          </a:p>
        </p:txBody>
      </p:sp>
      <p:sp>
        <p:nvSpPr>
          <p:cNvPr id="12305" name="Line 62"/>
          <p:cNvSpPr>
            <a:spLocks noChangeShapeType="1"/>
          </p:cNvSpPr>
          <p:nvPr/>
        </p:nvSpPr>
        <p:spPr bwMode="auto">
          <a:xfrm>
            <a:off x="1692275" y="3584575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6" name="Line 63"/>
          <p:cNvSpPr>
            <a:spLocks noChangeShapeType="1"/>
          </p:cNvSpPr>
          <p:nvPr/>
        </p:nvSpPr>
        <p:spPr bwMode="auto">
          <a:xfrm>
            <a:off x="5148263" y="3584575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7" name="Line 64"/>
          <p:cNvSpPr>
            <a:spLocks noChangeShapeType="1"/>
          </p:cNvSpPr>
          <p:nvPr/>
        </p:nvSpPr>
        <p:spPr bwMode="auto">
          <a:xfrm>
            <a:off x="1692275" y="3814763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8" name="Line 65"/>
          <p:cNvSpPr>
            <a:spLocks noChangeShapeType="1"/>
          </p:cNvSpPr>
          <p:nvPr/>
        </p:nvSpPr>
        <p:spPr bwMode="auto">
          <a:xfrm>
            <a:off x="5148263" y="3814763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Text Box 66"/>
          <p:cNvSpPr txBox="1">
            <a:spLocks noChangeArrowheads="1"/>
          </p:cNvSpPr>
          <p:nvPr/>
        </p:nvSpPr>
        <p:spPr bwMode="auto">
          <a:xfrm>
            <a:off x="5657850" y="3602038"/>
            <a:ext cx="787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6</a:t>
            </a:r>
          </a:p>
        </p:txBody>
      </p:sp>
      <p:sp>
        <p:nvSpPr>
          <p:cNvPr id="12310" name="Line 67"/>
          <p:cNvSpPr>
            <a:spLocks noChangeShapeType="1"/>
          </p:cNvSpPr>
          <p:nvPr/>
        </p:nvSpPr>
        <p:spPr bwMode="auto">
          <a:xfrm>
            <a:off x="1692275" y="4030663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1" name="Line 68"/>
          <p:cNvSpPr>
            <a:spLocks noChangeShapeType="1"/>
          </p:cNvSpPr>
          <p:nvPr/>
        </p:nvSpPr>
        <p:spPr bwMode="auto">
          <a:xfrm>
            <a:off x="5148263" y="4030663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2" name="Line 69"/>
          <p:cNvSpPr>
            <a:spLocks noChangeShapeType="1"/>
          </p:cNvSpPr>
          <p:nvPr/>
        </p:nvSpPr>
        <p:spPr bwMode="auto">
          <a:xfrm>
            <a:off x="1692275" y="4246563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3" name="Line 70"/>
          <p:cNvSpPr>
            <a:spLocks noChangeShapeType="1"/>
          </p:cNvSpPr>
          <p:nvPr/>
        </p:nvSpPr>
        <p:spPr bwMode="auto">
          <a:xfrm>
            <a:off x="5148263" y="4246563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4" name="Text Box 71"/>
          <p:cNvSpPr txBox="1">
            <a:spLocks noChangeArrowheads="1"/>
          </p:cNvSpPr>
          <p:nvPr/>
        </p:nvSpPr>
        <p:spPr bwMode="auto">
          <a:xfrm>
            <a:off x="5657850" y="4029075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8</a:t>
            </a:r>
          </a:p>
        </p:txBody>
      </p:sp>
      <p:sp>
        <p:nvSpPr>
          <p:cNvPr id="12315" name="Line 72"/>
          <p:cNvSpPr>
            <a:spLocks noChangeShapeType="1"/>
          </p:cNvSpPr>
          <p:nvPr/>
        </p:nvSpPr>
        <p:spPr bwMode="auto">
          <a:xfrm>
            <a:off x="1692275" y="4462463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6" name="Line 73"/>
          <p:cNvSpPr>
            <a:spLocks noChangeShapeType="1"/>
          </p:cNvSpPr>
          <p:nvPr/>
        </p:nvSpPr>
        <p:spPr bwMode="auto">
          <a:xfrm>
            <a:off x="5148263" y="4462463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7" name="Line 74"/>
          <p:cNvSpPr>
            <a:spLocks noChangeShapeType="1"/>
          </p:cNvSpPr>
          <p:nvPr/>
        </p:nvSpPr>
        <p:spPr bwMode="auto">
          <a:xfrm>
            <a:off x="1692275" y="4678363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8" name="Line 75"/>
          <p:cNvSpPr>
            <a:spLocks noChangeShapeType="1"/>
          </p:cNvSpPr>
          <p:nvPr/>
        </p:nvSpPr>
        <p:spPr bwMode="auto">
          <a:xfrm>
            <a:off x="5148263" y="4678363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9" name="Text Box 76"/>
          <p:cNvSpPr txBox="1">
            <a:spLocks noChangeArrowheads="1"/>
          </p:cNvSpPr>
          <p:nvPr/>
        </p:nvSpPr>
        <p:spPr bwMode="auto">
          <a:xfrm>
            <a:off x="5657850" y="4483100"/>
            <a:ext cx="901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10</a:t>
            </a:r>
          </a:p>
        </p:txBody>
      </p:sp>
      <p:sp>
        <p:nvSpPr>
          <p:cNvPr id="12320" name="Line 77"/>
          <p:cNvSpPr>
            <a:spLocks noChangeShapeType="1"/>
          </p:cNvSpPr>
          <p:nvPr/>
        </p:nvSpPr>
        <p:spPr bwMode="auto">
          <a:xfrm>
            <a:off x="1692275" y="2725738"/>
            <a:ext cx="3816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1" name="Line 78"/>
          <p:cNvSpPr>
            <a:spLocks noChangeShapeType="1"/>
          </p:cNvSpPr>
          <p:nvPr/>
        </p:nvSpPr>
        <p:spPr bwMode="auto">
          <a:xfrm>
            <a:off x="5148263" y="2725738"/>
            <a:ext cx="504825" cy="0"/>
          </a:xfrm>
          <a:prstGeom prst="line">
            <a:avLst/>
          </a:prstGeom>
          <a:noFill/>
          <a:ln w="50800">
            <a:solidFill>
              <a:srgbClr val="008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2" name="Text Box 79"/>
          <p:cNvSpPr txBox="1">
            <a:spLocks noChangeArrowheads="1"/>
          </p:cNvSpPr>
          <p:nvPr/>
        </p:nvSpPr>
        <p:spPr bwMode="auto">
          <a:xfrm>
            <a:off x="5657850" y="2508250"/>
            <a:ext cx="78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Times New Roman" pitchFamily="18" charset="0"/>
                <a:cs typeface="Arial" charset="0"/>
              </a:rPr>
              <a:t>gene 1</a:t>
            </a:r>
          </a:p>
        </p:txBody>
      </p:sp>
      <p:sp>
        <p:nvSpPr>
          <p:cNvPr id="12323" name="Text Box 80"/>
          <p:cNvSpPr txBox="1">
            <a:spLocks noChangeArrowheads="1"/>
          </p:cNvSpPr>
          <p:nvPr/>
        </p:nvSpPr>
        <p:spPr bwMode="auto">
          <a:xfrm>
            <a:off x="2401888" y="2803525"/>
            <a:ext cx="736600" cy="274638"/>
          </a:xfrm>
          <a:prstGeom prst="rect">
            <a:avLst/>
          </a:prstGeom>
          <a:solidFill>
            <a:srgbClr val="99CCFF">
              <a:alpha val="83136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200" b="1">
                <a:latin typeface="Courier New" pitchFamily="49" charset="0"/>
                <a:cs typeface="Courier New" pitchFamily="49" charset="0"/>
              </a:rPr>
              <a:t>AACTGT</a:t>
            </a:r>
          </a:p>
        </p:txBody>
      </p:sp>
      <p:sp>
        <p:nvSpPr>
          <p:cNvPr id="12324" name="Text Box 81"/>
          <p:cNvSpPr txBox="1">
            <a:spLocks noChangeArrowheads="1"/>
          </p:cNvSpPr>
          <p:nvPr/>
        </p:nvSpPr>
        <p:spPr bwMode="auto">
          <a:xfrm>
            <a:off x="3763963" y="3019425"/>
            <a:ext cx="736600" cy="274638"/>
          </a:xfrm>
          <a:prstGeom prst="rect">
            <a:avLst/>
          </a:prstGeom>
          <a:solidFill>
            <a:srgbClr val="99CCFF">
              <a:alpha val="83136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200" b="1">
                <a:latin typeface="Courier New" pitchFamily="49" charset="0"/>
                <a:cs typeface="Courier New" pitchFamily="49" charset="0"/>
              </a:rPr>
              <a:t>CACTGT</a:t>
            </a:r>
          </a:p>
        </p:txBody>
      </p:sp>
      <p:sp>
        <p:nvSpPr>
          <p:cNvPr id="12325" name="Text Box 82"/>
          <p:cNvSpPr txBox="1">
            <a:spLocks noChangeArrowheads="1"/>
          </p:cNvSpPr>
          <p:nvPr/>
        </p:nvSpPr>
        <p:spPr bwMode="auto">
          <a:xfrm>
            <a:off x="3348038" y="3227388"/>
            <a:ext cx="736600" cy="274637"/>
          </a:xfrm>
          <a:prstGeom prst="rect">
            <a:avLst/>
          </a:prstGeom>
          <a:solidFill>
            <a:srgbClr val="99CCFF">
              <a:alpha val="83136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200" b="1">
                <a:latin typeface="Courier New" pitchFamily="49" charset="0"/>
                <a:cs typeface="Courier New" pitchFamily="49" charset="0"/>
              </a:rPr>
              <a:t>CACTCT</a:t>
            </a:r>
          </a:p>
        </p:txBody>
      </p:sp>
      <p:sp>
        <p:nvSpPr>
          <p:cNvPr id="12326" name="Text Box 83"/>
          <p:cNvSpPr txBox="1">
            <a:spLocks noChangeArrowheads="1"/>
          </p:cNvSpPr>
          <p:nvPr/>
        </p:nvSpPr>
        <p:spPr bwMode="auto">
          <a:xfrm>
            <a:off x="2035175" y="3443288"/>
            <a:ext cx="736600" cy="274637"/>
          </a:xfrm>
          <a:prstGeom prst="rect">
            <a:avLst/>
          </a:prstGeom>
          <a:solidFill>
            <a:srgbClr val="99CCFF">
              <a:alpha val="83136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200" b="1">
                <a:latin typeface="Courier New" pitchFamily="49" charset="0"/>
                <a:cs typeface="Courier New" pitchFamily="49" charset="0"/>
              </a:rPr>
              <a:t>CACTGT</a:t>
            </a:r>
          </a:p>
        </p:txBody>
      </p:sp>
      <p:sp>
        <p:nvSpPr>
          <p:cNvPr id="12327" name="Text Box 84"/>
          <p:cNvSpPr txBox="1">
            <a:spLocks noChangeArrowheads="1"/>
          </p:cNvSpPr>
          <p:nvPr/>
        </p:nvSpPr>
        <p:spPr bwMode="auto">
          <a:xfrm>
            <a:off x="3692525" y="4335463"/>
            <a:ext cx="736600" cy="274637"/>
          </a:xfrm>
          <a:prstGeom prst="rect">
            <a:avLst/>
          </a:prstGeom>
          <a:solidFill>
            <a:srgbClr val="99CCFF">
              <a:alpha val="83136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1200" b="1">
                <a:latin typeface="Courier New" pitchFamily="49" charset="0"/>
                <a:cs typeface="Courier New" pitchFamily="49" charset="0"/>
              </a:rPr>
              <a:t>AACTGT</a:t>
            </a:r>
          </a:p>
        </p:txBody>
      </p:sp>
      <p:sp>
        <p:nvSpPr>
          <p:cNvPr id="12328" name="Text Box 89"/>
          <p:cNvSpPr txBox="1">
            <a:spLocks noChangeArrowheads="1"/>
          </p:cNvSpPr>
          <p:nvPr/>
        </p:nvSpPr>
        <p:spPr bwMode="auto">
          <a:xfrm>
            <a:off x="1979613" y="1744663"/>
            <a:ext cx="396875" cy="68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lnSpc>
                <a:spcPct val="70000"/>
              </a:lnSpc>
              <a:spcBef>
                <a:spcPct val="0"/>
              </a:spcBef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A</a:t>
            </a:r>
            <a:br>
              <a:rPr lang="en-US" sz="2800" b="1">
                <a:latin typeface="Courier New" pitchFamily="49" charset="0"/>
                <a:cs typeface="Courier New" pitchFamily="49" charset="0"/>
              </a:rPr>
            </a:br>
            <a:r>
              <a:rPr lang="en-US" sz="2800" b="1">
                <a:latin typeface="Courier New" pitchFamily="49" charset="0"/>
                <a:cs typeface="Courier New" pitchFamily="49" charset="0"/>
              </a:rPr>
              <a:t>C</a:t>
            </a:r>
          </a:p>
        </p:txBody>
      </p:sp>
      <p:sp>
        <p:nvSpPr>
          <p:cNvPr id="12329" name="Text Box 90"/>
          <p:cNvSpPr txBox="1">
            <a:spLocks noChangeArrowheads="1"/>
          </p:cNvSpPr>
          <p:nvPr/>
        </p:nvSpPr>
        <p:spPr bwMode="auto">
          <a:xfrm>
            <a:off x="2268538" y="1808163"/>
            <a:ext cx="822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ACT</a:t>
            </a:r>
          </a:p>
        </p:txBody>
      </p:sp>
      <p:sp>
        <p:nvSpPr>
          <p:cNvPr id="12330" name="Text Box 91"/>
          <p:cNvSpPr txBox="1">
            <a:spLocks noChangeArrowheads="1"/>
          </p:cNvSpPr>
          <p:nvPr/>
        </p:nvSpPr>
        <p:spPr bwMode="auto">
          <a:xfrm>
            <a:off x="2935288" y="1779588"/>
            <a:ext cx="396875" cy="68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lnSpc>
                <a:spcPct val="70000"/>
              </a:lnSpc>
              <a:spcBef>
                <a:spcPct val="0"/>
              </a:spcBef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C</a:t>
            </a:r>
            <a:br>
              <a:rPr lang="en-US" sz="2800" b="1">
                <a:latin typeface="Courier New" pitchFamily="49" charset="0"/>
                <a:cs typeface="Courier New" pitchFamily="49" charset="0"/>
              </a:rPr>
            </a:br>
            <a:r>
              <a:rPr lang="en-US" sz="2800" b="1">
                <a:latin typeface="Courier New" pitchFamily="49" charset="0"/>
                <a:cs typeface="Courier New" pitchFamily="49" charset="0"/>
              </a:rPr>
              <a:t>G</a:t>
            </a:r>
          </a:p>
        </p:txBody>
      </p:sp>
      <p:sp>
        <p:nvSpPr>
          <p:cNvPr id="12331" name="Text Box 92"/>
          <p:cNvSpPr txBox="1">
            <a:spLocks noChangeArrowheads="1"/>
          </p:cNvSpPr>
          <p:nvPr/>
        </p:nvSpPr>
        <p:spPr bwMode="auto">
          <a:xfrm>
            <a:off x="3159125" y="1817688"/>
            <a:ext cx="3968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T</a:t>
            </a:r>
          </a:p>
        </p:txBody>
      </p:sp>
      <p:sp>
        <p:nvSpPr>
          <p:cNvPr id="46" name="Footer Placeholder 4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3D025-7B7B-874D-A492-3C11513E49C9}"/>
              </a:ext>
            </a:extLst>
          </p:cNvPr>
          <p:cNvSpPr txBox="1"/>
          <p:nvPr/>
        </p:nvSpPr>
        <p:spPr>
          <a:xfrm>
            <a:off x="1475656" y="5733256"/>
            <a:ext cx="655272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can we use NN for these models?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en-US">
                <a:latin typeface="Comic Sans MS"/>
              </a:rPr>
              <a:t>DBP BS models - PWM</a:t>
            </a:r>
            <a:endParaRPr lang="he-IL">
              <a:latin typeface="Comic Sans M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/>
          </a:bodyPr>
          <a:lstStyle/>
          <a:p>
            <a:pPr algn="l" rtl="0"/>
            <a:r>
              <a:rPr lang="en-US" dirty="0"/>
              <a:t>Position weight matrix (PWM): each position has weights for the 4 possible letters (A, C, G, T)</a:t>
            </a:r>
          </a:p>
          <a:p>
            <a:pPr algn="l" rtl="0"/>
            <a:r>
              <a:rPr lang="en-US" dirty="0"/>
              <a:t>For example:</a:t>
            </a:r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r>
              <a:rPr lang="en-US" dirty="0"/>
              <a:t>Logo format:</a:t>
            </a:r>
          </a:p>
          <a:p>
            <a:pPr algn="l" rtl="0">
              <a:buNone/>
            </a:pPr>
            <a:endParaRPr lang="he-IL" dirty="0"/>
          </a:p>
        </p:txBody>
      </p:sp>
      <p:pic>
        <p:nvPicPr>
          <p:cNvPr id="4" name="Picture 3" descr="https://portal.biobase-international.com/cgi-bin/build_t/idb/1.0/statichandler.cgi?file=gifs/matrixlogos/M00959.p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5796589"/>
            <a:ext cx="7344816" cy="1061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780"/>
          <p:cNvGraphicFramePr>
            <a:graphicFrameLocks/>
          </p:cNvGraphicFramePr>
          <p:nvPr/>
        </p:nvGraphicFramePr>
        <p:xfrm>
          <a:off x="3851920" y="3212976"/>
          <a:ext cx="4540250" cy="2171066"/>
        </p:xfrm>
        <a:graphic>
          <a:graphicData uri="http://schemas.openxmlformats.org/drawingml/2006/table">
            <a:tbl>
              <a:tblPr rtl="1"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AC2485"/>
                        </a:solidFill>
                        <a:effectLst/>
                        <a:latin typeface="Franklin Gothic Book" pitchFamily="34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C2485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C2485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C2485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0.9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C2485"/>
                          </a:solidFill>
                          <a:effectLst/>
                          <a:latin typeface="Franklin Gothic Book" pitchFamily="34" charset="0"/>
                          <a:cs typeface="Arial" charset="0"/>
                        </a:rPr>
                        <a:t>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64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D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666994-F2EC-8F4D-80EC-904655AD6270}"/>
              </a:ext>
            </a:extLst>
          </p:cNvPr>
          <p:cNvSpPr txBox="1"/>
          <p:nvPr/>
        </p:nvSpPr>
        <p:spPr>
          <a:xfrm>
            <a:off x="755576" y="3975343"/>
            <a:ext cx="2490874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can we use NN for this model?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r" eaLnBrk="1" hangingPunct="1">
              <a:spcBef>
                <a:spcPct val="0"/>
              </a:spcBef>
              <a:defRPr/>
            </a:pPr>
            <a:fld id="{ED6C9EDB-87D5-4065-A153-22FD7EF90847}" type="slidenum">
              <a:rPr lang="he-IL" altLang="en-US" sz="1400">
                <a:solidFill>
                  <a:schemeClr val="tx1"/>
                </a:solidFill>
                <a:latin typeface="+mn-lt"/>
                <a:cs typeface="Arial" charset="0"/>
              </a:rPr>
              <a:pPr algn="r" eaLnBrk="1" hangingPunct="1">
                <a:spcBef>
                  <a:spcPct val="0"/>
                </a:spcBef>
                <a:defRPr/>
              </a:pPr>
              <a:t>11</a:t>
            </a:fld>
            <a:endParaRPr lang="en-US" altLang="en-US" sz="1400">
              <a:solidFill>
                <a:schemeClr val="tx1"/>
              </a:solidFill>
              <a:latin typeface="+mn-lt"/>
              <a:cs typeface="Arial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9467" y="0"/>
            <a:ext cx="8458200" cy="1143000"/>
          </a:xfrm>
        </p:spPr>
        <p:txBody>
          <a:bodyPr lIns="91440" tIns="45720" rIns="91440" bIns="45720"/>
          <a:lstStyle/>
          <a:p>
            <a:r>
              <a:rPr lang="en-US">
                <a:latin typeface="Comic Sans MS"/>
              </a:rPr>
              <a:t>PBM</a:t>
            </a:r>
            <a:br>
              <a:rPr lang="en-US" dirty="0"/>
            </a:br>
            <a:r>
              <a:rPr lang="en-US" sz="2400">
                <a:latin typeface="Comic Sans MS"/>
              </a:rPr>
              <a:t>Berger, M. F. et al. (2006)</a:t>
            </a:r>
            <a:endParaRPr lang="he-IL" sz="2400">
              <a:latin typeface="Comic Sans MS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6700" y="1122637"/>
            <a:ext cx="8610600" cy="4648200"/>
          </a:xfrm>
        </p:spPr>
        <p:txBody>
          <a:bodyPr lIns="91440" tIns="45720" rIns="91440" bIns="45720"/>
          <a:lstStyle/>
          <a:p>
            <a:pPr eaLnBrk="1" hangingPunct="1"/>
            <a:r>
              <a:rPr lang="en-US" sz="2800" dirty="0">
                <a:latin typeface="Comic Sans MS"/>
              </a:rPr>
              <a:t>Generate an DNA pool covering all possible 10-mers, each at least 1 </a:t>
            </a:r>
            <a:r>
              <a:rPr lang="en-US" sz="2800">
                <a:latin typeface="Comic Sans MS"/>
              </a:rPr>
              <a:t>time. </a:t>
            </a:r>
            <a:endParaRPr lang="en-US" sz="280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3" name="תמונה 2" descr="תמונה שמכילה טקסט, צילום מסך, תרשים, עיצוב&#10;&#10;ייתכן שתוכן בינה מלאכותית גנרטיבית. שגוי.">
            <a:extLst>
              <a:ext uri="{FF2B5EF4-FFF2-40B4-BE49-F238E27FC236}">
                <a16:creationId xmlns:a16="http://schemas.microsoft.com/office/drawing/2014/main" id="{65B4BEAF-A553-FD3E-A03F-8C06E4663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569" y="2498744"/>
            <a:ext cx="5396937" cy="40789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/>
          <a:lstStyle/>
          <a:p>
            <a:pPr eaLnBrk="1" hangingPunct="1"/>
            <a:r>
              <a:rPr lang="en-US">
                <a:latin typeface="Comic Sans MS"/>
              </a:rPr>
              <a:t>PBM</a:t>
            </a:r>
            <a:r>
              <a:rPr lang="en-US" dirty="0">
                <a:latin typeface="Comic Sans MS"/>
              </a:rPr>
              <a:t>- implementation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 lIns="91440" tIns="45720" rIns="91440" bIns="45720"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Comic Sans MS"/>
              </a:rPr>
              <a:t>36nt variable region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Comic Sans MS"/>
              </a:rPr>
              <a:t>A sequence library covering of all 8-mers, each at least 32 times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Comic Sans MS"/>
              </a:rPr>
              <a:t>41,728 probes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3375"/>
            <a:ext cx="7772400" cy="1143000"/>
          </a:xfrm>
        </p:spPr>
        <p:txBody>
          <a:bodyPr/>
          <a:lstStyle/>
          <a:p>
            <a:r>
              <a:rPr lang="en-US"/>
              <a:t>The computational challenge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57338"/>
            <a:ext cx="7918450" cy="4679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Input: </a:t>
            </a:r>
            <a:endParaRPr lang="he-IL" dirty="0"/>
          </a:p>
          <a:p>
            <a:pPr lvl="1">
              <a:lnSpc>
                <a:spcPct val="90000"/>
              </a:lnSpc>
            </a:pPr>
            <a:r>
              <a:rPr lang="en-US">
                <a:latin typeface="Comic Sans MS"/>
              </a:rPr>
              <a:t>Amino-acid sequences of new proteins </a:t>
            </a:r>
            <a:r>
              <a:rPr lang="en-US">
                <a:solidFill>
                  <a:srgbClr val="CC3300"/>
                </a:solidFill>
                <a:latin typeface="Comic Sans MS"/>
              </a:rPr>
              <a:t>(1 sequence file)</a:t>
            </a:r>
            <a:endParaRPr lang="en-US" dirty="0">
              <a:latin typeface="Comic Sans MS"/>
            </a:endParaRPr>
          </a:p>
          <a:p>
            <a:pPr lvl="1">
              <a:lnSpc>
                <a:spcPct val="90000"/>
              </a:lnSpc>
            </a:pPr>
            <a:r>
              <a:rPr lang="en-US">
                <a:latin typeface="Comic Sans MS"/>
              </a:rPr>
              <a:t>a list of DNA sequences </a:t>
            </a:r>
            <a:r>
              <a:rPr lang="en-US" dirty="0">
                <a:solidFill>
                  <a:srgbClr val="CC3300"/>
                </a:solidFill>
                <a:latin typeface="Comic Sans MS"/>
              </a:rPr>
              <a:t>(1 sequence file)</a:t>
            </a:r>
            <a:endParaRPr lang="en-US" dirty="0">
              <a:latin typeface="Comic Sans MS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Comic Sans MS"/>
              </a:rPr>
              <a:t>Goal: </a:t>
            </a:r>
            <a:r>
              <a:rPr lang="en-US">
                <a:solidFill>
                  <a:srgbClr val="CC3300"/>
                </a:solidFill>
                <a:latin typeface="Comic Sans MS"/>
              </a:rPr>
              <a:t>Predict DNA binding intensity </a:t>
            </a:r>
            <a:r>
              <a:rPr lang="en-US">
                <a:latin typeface="Comic Sans MS"/>
              </a:rPr>
              <a:t>for each DNA sequence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Intuition:</a:t>
            </a:r>
            <a:r>
              <a:rPr lang="en-US" dirty="0">
                <a:solidFill>
                  <a:srgbClr val="CC3300"/>
                </a:solidFill>
              </a:rPr>
              <a:t> learning a binding model based on a protein’s amino acid sequence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6"/>
          <p:cNvSpPr>
            <a:spLocks noChangeArrowheads="1"/>
          </p:cNvSpPr>
          <p:nvPr/>
        </p:nvSpPr>
        <p:spPr bwMode="auto">
          <a:xfrm>
            <a:off x="685800" y="22860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</a:pPr>
            <a:r>
              <a:rPr lang="en-US" sz="8800" dirty="0"/>
              <a:t>The project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rtl="0"/>
            <a:r>
              <a:rPr lang="en-US"/>
              <a:t>General goals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52513"/>
            <a:ext cx="7918450" cy="4895850"/>
          </a:xfrm>
        </p:spPr>
        <p:txBody>
          <a:bodyPr/>
          <a:lstStyle/>
          <a:p>
            <a:r>
              <a:rPr lang="en-US" dirty="0"/>
              <a:t>Research</a:t>
            </a:r>
          </a:p>
          <a:p>
            <a:pPr>
              <a:buFontTx/>
              <a:buNone/>
            </a:pPr>
            <a:r>
              <a:rPr lang="en-US" sz="2800" dirty="0"/>
              <a:t>	- Learn about known solutions</a:t>
            </a:r>
          </a:p>
          <a:p>
            <a:pPr>
              <a:buFontTx/>
              <a:buNone/>
            </a:pPr>
            <a:r>
              <a:rPr lang="en-US" sz="2800" dirty="0"/>
              <a:t>	- Trial and error with training data</a:t>
            </a:r>
            <a:endParaRPr lang="en-US" dirty="0"/>
          </a:p>
          <a:p>
            <a:r>
              <a:rPr lang="en-US" dirty="0"/>
              <a:t>Develop software from A-Z:</a:t>
            </a:r>
          </a:p>
          <a:p>
            <a:pPr lvl="1"/>
            <a:r>
              <a:rPr lang="en-US" dirty="0"/>
              <a:t>Design of deep neural networks</a:t>
            </a:r>
          </a:p>
          <a:p>
            <a:pPr lvl="1"/>
            <a:r>
              <a:rPr lang="en-US" dirty="0"/>
              <a:t>Implementation </a:t>
            </a:r>
          </a:p>
          <a:p>
            <a:pPr lvl="1"/>
            <a:r>
              <a:rPr lang="en-US" dirty="0"/>
              <a:t>Execution &amp; analysis of test data</a:t>
            </a:r>
          </a:p>
          <a:p>
            <a:r>
              <a:rPr lang="en-US" dirty="0"/>
              <a:t>A taste of bioinformatics</a:t>
            </a:r>
          </a:p>
          <a:p>
            <a:r>
              <a:rPr lang="en-US" dirty="0"/>
              <a:t>Have fun</a:t>
            </a:r>
          </a:p>
          <a:p>
            <a:r>
              <a:rPr lang="en-US" dirty="0"/>
              <a:t>Get credit…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1143000"/>
          </a:xfrm>
        </p:spPr>
        <p:txBody>
          <a:bodyPr/>
          <a:lstStyle/>
          <a:p>
            <a:pPr rtl="0"/>
            <a:r>
              <a:rPr lang="en-US"/>
              <a:t>The computational task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990656" cy="5184774"/>
          </a:xfrm>
        </p:spPr>
        <p:txBody>
          <a:bodyPr/>
          <a:lstStyle/>
          <a:p>
            <a:r>
              <a:rPr lang="en-US" dirty="0">
                <a:latin typeface="Comic Sans MS"/>
              </a:rPr>
              <a:t>Given a set of </a:t>
            </a:r>
            <a:r>
              <a:rPr lang="en-US">
                <a:latin typeface="Comic Sans MS"/>
              </a:rPr>
              <a:t>PBM data</a:t>
            </a:r>
            <a:r>
              <a:rPr lang="en-US" dirty="0">
                <a:latin typeface="Comic Sans MS"/>
              </a:rPr>
              <a:t> of different  </a:t>
            </a:r>
            <a:r>
              <a:rPr lang="en-US">
                <a:latin typeface="Comic Sans MS"/>
              </a:rPr>
              <a:t>DBPs</a:t>
            </a:r>
            <a:endParaRPr lang="en-US" dirty="0">
              <a:latin typeface="Comic Sans MS"/>
            </a:endParaRPr>
          </a:p>
          <a:p>
            <a:endParaRPr lang="en-US" dirty="0"/>
          </a:p>
          <a:p>
            <a:r>
              <a:rPr lang="en-US">
                <a:latin typeface="Comic Sans MS"/>
              </a:rPr>
              <a:t>Learn a model that for a given DBP can </a:t>
            </a:r>
            <a:r>
              <a:rPr lang="en-US" dirty="0">
                <a:latin typeface="Comic Sans MS"/>
              </a:rPr>
              <a:t>score </a:t>
            </a:r>
            <a:r>
              <a:rPr lang="en-US">
                <a:latin typeface="Comic Sans MS"/>
              </a:rPr>
              <a:t>PBM probes</a:t>
            </a:r>
          </a:p>
          <a:p>
            <a:endParaRPr lang="en-US" dirty="0"/>
          </a:p>
          <a:p>
            <a:r>
              <a:rPr lang="en-US" dirty="0"/>
              <a:t>Main challenges:</a:t>
            </a:r>
          </a:p>
          <a:p>
            <a:pPr lvl="1"/>
            <a:r>
              <a:rPr lang="en-US" dirty="0"/>
              <a:t>Prediction performance</a:t>
            </a:r>
          </a:p>
          <a:p>
            <a:pPr lvl="1"/>
            <a:r>
              <a:rPr lang="en-US" dirty="0"/>
              <a:t>Prediction runtime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684213" y="333375"/>
            <a:ext cx="7772400" cy="1143000"/>
          </a:xfrm>
        </p:spPr>
        <p:txBody>
          <a:bodyPr/>
          <a:lstStyle/>
          <a:p>
            <a:pPr rtl="0"/>
            <a:r>
              <a:rPr lang="en-US">
                <a:latin typeface="Comic Sans MS"/>
              </a:rPr>
              <a:t>PBP Input</a:t>
            </a:r>
            <a:endParaRPr lang="he-IL">
              <a:latin typeface="Comic Sans MS"/>
            </a:endParaRP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84213" y="1557338"/>
            <a:ext cx="7772400" cy="4114800"/>
          </a:xfrm>
        </p:spPr>
        <p:txBody>
          <a:bodyPr/>
          <a:lstStyle/>
          <a:p>
            <a:r>
              <a:rPr lang="en-US" dirty="0"/>
              <a:t>1 amino-acid sequence file</a:t>
            </a:r>
          </a:p>
          <a:p>
            <a:endParaRPr lang="en-US" dirty="0"/>
          </a:p>
          <a:p>
            <a:pPr>
              <a:buFontTx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&lt;sequence&gt;\n</a:t>
            </a:r>
            <a:endParaRPr lang="he-IL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2BC7DD-D91C-B8F8-B091-7B6DCCA12188}"/>
              </a:ext>
            </a:extLst>
          </p:cNvPr>
          <p:cNvSpPr txBox="1"/>
          <p:nvPr/>
        </p:nvSpPr>
        <p:spPr>
          <a:xfrm>
            <a:off x="689810" y="3449417"/>
            <a:ext cx="741682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MSSKIFVGGNNVYIGYDNQKALGLILRRFETRKGFGFVTFDDQSRGKLIPYEVVGEVVKLGYRDQRG</a:t>
            </a:r>
            <a:endParaRPr lang="en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7772400" cy="1143000"/>
          </a:xfrm>
        </p:spPr>
        <p:txBody>
          <a:bodyPr/>
          <a:lstStyle/>
          <a:p>
            <a:pPr rtl="0"/>
            <a:r>
              <a:rPr lang="en-US">
                <a:latin typeface="Comic Sans MS"/>
              </a:rPr>
              <a:t>PBM Input</a:t>
            </a:r>
            <a:endParaRPr lang="en-US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862" cy="1655762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Comic Sans MS"/>
              </a:rPr>
              <a:t>A file with ~41K lines, each containing an  DNA sequence of length 36. </a:t>
            </a:r>
          </a:p>
          <a:p>
            <a:pPr>
              <a:buFontTx/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&lt;sequence&gt;\n</a:t>
            </a:r>
          </a:p>
        </p:txBody>
      </p:sp>
      <p:pic>
        <p:nvPicPr>
          <p:cNvPr id="24581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650" y="2997200"/>
            <a:ext cx="3384550" cy="31067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7" name="TextBox 6"/>
          <p:cNvSpPr txBox="1"/>
          <p:nvPr/>
        </p:nvSpPr>
        <p:spPr>
          <a:xfrm>
            <a:off x="4499992" y="2997200"/>
            <a:ext cx="4248721" cy="31085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 The input sequence file </a:t>
            </a:r>
            <a:r>
              <a:rPr lang="en-US" sz="2800" dirty="0">
                <a:latin typeface="+mn-lt"/>
              </a:rPr>
              <a:t>is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sorted lexicographically</a:t>
            </a:r>
          </a:p>
          <a:p>
            <a:pPr algn="l">
              <a:buFont typeface="Arial" pitchFamily="34" charset="0"/>
              <a:buChar char="•"/>
              <a:defRPr/>
            </a:pPr>
            <a:endParaRPr lang="en-US" sz="2800" dirty="0">
              <a:solidFill>
                <a:schemeClr val="tx1"/>
              </a:solidFill>
              <a:latin typeface="+mn-lt"/>
            </a:endParaRPr>
          </a:p>
          <a:p>
            <a:pPr algn="l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 The output is a file with a binding intensity for input sequence (in the same order)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4AF9DB-1FB4-2F8C-8155-A6B62E08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Comic Sans MS"/>
              </a:rPr>
              <a:t>Ttrain Test Split</a:t>
            </a:r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DE5966-5D88-94ED-3401-971C96FA8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0825"/>
            <a:ext cx="8610600" cy="1918504"/>
          </a:xfrm>
        </p:spPr>
        <p:txBody>
          <a:bodyPr/>
          <a:lstStyle/>
          <a:p>
            <a:pPr>
              <a:buFont typeface="Arial"/>
            </a:pPr>
            <a:r>
              <a:rPr lang="he-IL">
                <a:latin typeface="Comic Sans MS"/>
              </a:rPr>
              <a:t>Train: </a:t>
            </a:r>
            <a:endParaRPr lang="he-IL"/>
          </a:p>
          <a:p>
            <a:pPr lvl="1">
              <a:buFont typeface="Arial"/>
              <a:buChar char="•"/>
            </a:pPr>
            <a:r>
              <a:rPr lang="he-IL">
                <a:latin typeface="Comic Sans MS"/>
              </a:rPr>
              <a:t>400 proteins. (training_DBPs.txt)</a:t>
            </a:r>
            <a:endParaRPr lang="he-IL"/>
          </a:p>
          <a:p>
            <a:pPr lvl="1">
              <a:buFont typeface="Arial"/>
              <a:buChar char="•"/>
            </a:pPr>
            <a:r>
              <a:rPr lang="he-IL">
                <a:latin typeface="Comic Sans MS"/>
              </a:rPr>
              <a:t>30,000 DNA probes. ( training_seqs.txt)</a:t>
            </a:r>
            <a:endParaRPr lang="he-IL"/>
          </a:p>
          <a:p>
            <a:pPr lvl="1">
              <a:buFont typeface="Arial"/>
              <a:buChar char="•"/>
            </a:pPr>
            <a:r>
              <a:rPr lang="en-US">
                <a:latin typeface="Comic Sans MS"/>
              </a:rPr>
              <a:t>Binding intensities</a:t>
            </a:r>
            <a:r>
              <a:rPr lang="he-IL" dirty="0">
                <a:latin typeface="Comic Sans MS"/>
              </a:rPr>
              <a:t>. (training_data.zip)</a:t>
            </a:r>
          </a:p>
          <a:p>
            <a:pPr marL="457200" lvl="1" indent="0">
              <a:buNone/>
            </a:pPr>
            <a:r>
              <a:rPr lang="he-IL" sz="3200">
                <a:latin typeface="Comic Sans MS"/>
              </a:rPr>
              <a:t>Test</a:t>
            </a:r>
            <a:r>
              <a:rPr lang="he-IL">
                <a:latin typeface="Comic Sans MS"/>
              </a:rPr>
              <a:t>:</a:t>
            </a:r>
            <a:endParaRPr lang="he-IL" dirty="0">
              <a:latin typeface="Comic Sans MS"/>
            </a:endParaRPr>
          </a:p>
          <a:p>
            <a:pPr lvl="1">
              <a:buFont typeface="Arial"/>
              <a:buChar char="•"/>
            </a:pPr>
            <a:r>
              <a:rPr lang="he-IL">
                <a:latin typeface="Comic Sans MS"/>
              </a:rPr>
              <a:t>64 proteins. (test_DBPs.txt)</a:t>
            </a:r>
          </a:p>
          <a:p>
            <a:pPr lvl="1">
              <a:buFont typeface="Arial"/>
              <a:buChar char="•"/>
            </a:pPr>
            <a:r>
              <a:rPr lang="he-IL">
                <a:solidFill>
                  <a:srgbClr val="000000"/>
                </a:solidFill>
                <a:latin typeface="Comic Sans MS"/>
              </a:rPr>
              <a:t>11,728 DNA probes (test_seqs.txt)</a:t>
            </a:r>
            <a:endParaRPr lang="he-IL"/>
          </a:p>
          <a:p>
            <a:pPr marL="457200" lvl="1" indent="0">
              <a:buNone/>
            </a:pPr>
            <a:r>
              <a:rPr lang="he-IL" sz="1200">
                <a:solidFill>
                  <a:srgbClr val="D4D4D4"/>
                </a:solidFill>
                <a:latin typeface="Comic Sans MS"/>
              </a:rPr>
              <a:t>11728</a:t>
            </a:r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08B7F92-F0DD-E4C5-E35C-37A7C0B420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26573" y="5458691"/>
            <a:ext cx="7103917" cy="394855"/>
          </a:xfrm>
        </p:spPr>
        <p:txBody>
          <a:bodyPr lIns="91440" tIns="45720" rIns="91440" bIns="45720" anchor="t"/>
          <a:lstStyle/>
          <a:p>
            <a:pPr>
              <a:defRPr/>
            </a:pPr>
            <a:r>
              <a:rPr lang="en-US" sz="2400" b="1">
                <a:latin typeface="Arial"/>
                <a:cs typeface="Arial"/>
              </a:rPr>
              <a:t>There is no overlap between the protein and DNA sequences used for training and testing</a:t>
            </a:r>
            <a:endParaRPr lang="he-IL" sz="2400" b="1">
              <a:latin typeface="Arial"/>
              <a:cs typeface="Arial"/>
            </a:endParaRP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969D33B-982E-58C1-1D9F-82D226583D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E5AB82-7054-4EC3-A630-6935BB9C12ED}" type="slidenum">
              <a:rPr lang="he-IL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08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26988"/>
            <a:ext cx="7772400" cy="1143001"/>
          </a:xfrm>
        </p:spPr>
        <p:txBody>
          <a:bodyPr/>
          <a:lstStyle/>
          <a:p>
            <a:pPr rtl="0"/>
            <a:r>
              <a:rPr lang="en-US">
                <a:latin typeface="Comic Sans MS"/>
              </a:rPr>
              <a:t>The goal</a:t>
            </a:r>
            <a:endParaRPr lang="en-US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25538"/>
            <a:ext cx="7918450" cy="5038725"/>
          </a:xfrm>
        </p:spPr>
        <p:txBody>
          <a:bodyPr/>
          <a:lstStyle/>
          <a:p>
            <a:pPr marL="0" indent="0">
              <a:buNone/>
            </a:pPr>
            <a:r>
              <a:rPr lang="en-US" sz="2800">
                <a:latin typeface="Comic Sans MS"/>
              </a:rPr>
              <a:t>For each protein in the test set, the model predicts the binding intensity </a:t>
            </a:r>
            <a:r>
              <a:rPr lang="en-US" sz="2800" dirty="0">
                <a:latin typeface="Comic Sans MS"/>
              </a:rPr>
              <a:t>score for every DNA probe sequence in the test set.</a:t>
            </a:r>
            <a:endParaRPr lang="en-US" sz="2800" dirty="0"/>
          </a:p>
          <a:p>
            <a:pPr marL="0" indent="0">
              <a:buNone/>
            </a:pPr>
            <a:endParaRPr lang="en-US" sz="2800" dirty="0">
              <a:latin typeface="Comic Sans MS"/>
            </a:endParaRPr>
          </a:p>
          <a:p>
            <a:pPr marL="0" indent="0">
              <a:buNone/>
            </a:pPr>
            <a:r>
              <a:rPr lang="en-US" sz="2800" dirty="0">
                <a:latin typeface="Comic Sans MS"/>
              </a:rPr>
              <a:t>For this list we can compare to real values by </a:t>
            </a:r>
            <a:r>
              <a:rPr lang="en-US" sz="2800" b="1" dirty="0">
                <a:latin typeface="Comic Sans MS"/>
              </a:rPr>
              <a:t>Pearson correlation</a:t>
            </a:r>
            <a:r>
              <a:rPr lang="en-US" sz="2800" dirty="0">
                <a:latin typeface="Comic Sans MS"/>
              </a:rPr>
              <a:t>:</a:t>
            </a:r>
            <a:br>
              <a:rPr lang="en-US" sz="2800" dirty="0">
                <a:latin typeface="Comic Sans MS"/>
              </a:rPr>
            </a:br>
            <a:r>
              <a:rPr lang="en-US" sz="2800" dirty="0">
                <a:latin typeface="Comic Sans MS"/>
              </a:rPr>
              <a:t>             </a:t>
            </a:r>
            <a:r>
              <a:rPr lang="en-US" sz="2800" dirty="0" err="1">
                <a:latin typeface="Comic Sans MS"/>
              </a:rPr>
              <a:t>cov</a:t>
            </a:r>
            <a:r>
              <a:rPr lang="en-US" sz="2800" dirty="0">
                <a:latin typeface="Comic Sans MS"/>
              </a:rPr>
              <a:t>(</a:t>
            </a:r>
            <a:r>
              <a:rPr lang="en-US" sz="2800" dirty="0" err="1">
                <a:latin typeface="Comic Sans MS"/>
              </a:rPr>
              <a:t>x,y</a:t>
            </a:r>
            <a:r>
              <a:rPr lang="en-US" sz="2800" dirty="0">
                <a:latin typeface="Comic Sans MS"/>
              </a:rPr>
              <a:t>)/(std(x)*std(y))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609600" indent="-609600">
              <a:buAutoNum type="arabicPeriod"/>
            </a:pPr>
            <a:endParaRPr lang="en-US" dirty="0"/>
          </a:p>
          <a:p>
            <a:pPr marL="609600" indent="-609600">
              <a:buNone/>
            </a:pP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9142-987D-D944-B815-21716A8C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Solution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4E661-9F39-6A40-8702-DB97BE47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931" y="1371600"/>
            <a:ext cx="8610600" cy="4648200"/>
          </a:xfrm>
        </p:spPr>
        <p:txBody>
          <a:bodyPr/>
          <a:lstStyle/>
          <a:p>
            <a:r>
              <a:rPr lang="en-US" sz="2400" dirty="0"/>
              <a:t>Train a model that receives a pair</a:t>
            </a:r>
          </a:p>
          <a:p>
            <a:pPr marL="457200" lvl="1" indent="0">
              <a:buNone/>
            </a:pPr>
            <a:r>
              <a:rPr lang="en-US" sz="2000" dirty="0">
                <a:latin typeface="Comic Sans MS"/>
              </a:rPr>
              <a:t>	(amino </a:t>
            </a:r>
            <a:r>
              <a:rPr lang="en-US" sz="2000">
                <a:latin typeface="Comic Sans MS"/>
              </a:rPr>
              <a:t>acid DBP sequence, DNA probe sequence)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And outputs a binding intensity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Protein representation can be using protein LLMs</a:t>
            </a:r>
          </a:p>
          <a:p>
            <a:endParaRPr lang="en-US" sz="2400" dirty="0"/>
          </a:p>
          <a:p>
            <a:r>
              <a:rPr lang="en-US" sz="2400">
                <a:latin typeface="Comic Sans MS"/>
              </a:rPr>
              <a:t>DNA representation by one-hot</a:t>
            </a:r>
          </a:p>
        </p:txBody>
      </p:sp>
    </p:spTree>
    <p:extLst>
      <p:ext uri="{BB962C8B-B14F-4D97-AF65-F5344CB8AC3E}">
        <p14:creationId xmlns:p14="http://schemas.microsoft.com/office/powerpoint/2010/main" val="2956069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6C447C-965A-C069-29B6-44671CB4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Comic Sans MS"/>
              </a:rPr>
              <a:t>Baseline Model (For Performance Comparison)</a:t>
            </a:r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F4A4976-0A08-AFB5-BAB3-7EF443CF1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32DDE8F-7B36-5930-3183-3FED6A0D6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E5AB82-7054-4EC3-A630-6935BB9C12ED}" type="slidenum">
              <a:rPr lang="he-IL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A7F038C2-36E4-A398-CA8A-7FD11A611101}"/>
              </a:ext>
            </a:extLst>
          </p:cNvPr>
          <p:cNvSpPr txBox="1"/>
          <p:nvPr/>
        </p:nvSpPr>
        <p:spPr>
          <a:xfrm>
            <a:off x="607671" y="1712090"/>
            <a:ext cx="7899721" cy="25949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 evaluate your model, we provide a </a:t>
            </a:r>
            <a:r>
              <a:rPr lang="en-US" b="1"/>
              <a:t>baseline results file (baseline_results.txt)</a:t>
            </a:r>
            <a:r>
              <a:rPr lang="en-US"/>
              <a:t>.</a:t>
            </a:r>
          </a:p>
          <a:p>
            <a:r>
              <a:rPr lang="en-US" b="1"/>
              <a:t>How the baseline was built:</a:t>
            </a:r>
          </a:p>
          <a:p>
            <a:r>
              <a:rPr lang="en-US"/>
              <a:t>Training data was split into: 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latin typeface="Arial"/>
                <a:cs typeface="Arial"/>
              </a:rPr>
              <a:t>First </a:t>
            </a:r>
            <a:r>
              <a:rPr lang="en-US" b="1">
                <a:latin typeface="Arial"/>
                <a:cs typeface="Arial"/>
              </a:rPr>
              <a:t>380 proteins</a:t>
            </a:r>
            <a:r>
              <a:rPr lang="en-US" dirty="0">
                <a:latin typeface="Arial"/>
                <a:cs typeface="Arial"/>
              </a:rPr>
              <a:t> </a:t>
            </a:r>
          </a:p>
          <a:p>
            <a:pPr marL="228600" lvl="1" indent="-228600">
              <a:buFont typeface=""/>
              <a:buChar char="•"/>
            </a:pPr>
            <a:r>
              <a:rPr lang="en-US">
                <a:latin typeface="Arial"/>
                <a:cs typeface="Arial"/>
              </a:rPr>
              <a:t>First </a:t>
            </a:r>
            <a:r>
              <a:rPr lang="en-US" b="1">
                <a:latin typeface="Arial"/>
                <a:cs typeface="Arial"/>
              </a:rPr>
              <a:t>27,000 DNA sequences</a:t>
            </a:r>
            <a:r>
              <a:rPr lang="en-US" dirty="0">
                <a:latin typeface="Arial"/>
                <a:cs typeface="Arial"/>
              </a:rPr>
              <a:t> </a:t>
            </a:r>
          </a:p>
          <a:p>
            <a:r>
              <a:rPr lang="en-US"/>
              <a:t>The remaining protein–DNA pairs from the training set were used for evaluation.</a:t>
            </a:r>
          </a:p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9159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5175E3D-B252-4A60-F4CD-9793FFDB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Baseline Model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36443BA-3599-67C8-CB72-B09A420FC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60395"/>
            <a:ext cx="8610600" cy="4648200"/>
          </a:xfrm>
        </p:spPr>
        <p:txBody>
          <a:bodyPr/>
          <a:lstStyle/>
          <a:p>
            <a:pPr marL="0" indent="0">
              <a:buNone/>
            </a:pPr>
            <a:r>
              <a:rPr lang="he-IL" sz="2000">
                <a:latin typeface="Comic Sans MS"/>
              </a:rPr>
              <a:t> Baseline Prediction Method</a:t>
            </a:r>
            <a:endParaRPr lang="he-IL" sz="2000" dirty="0">
              <a:latin typeface="Comic Sans MS"/>
            </a:endParaRPr>
          </a:p>
          <a:p>
            <a:r>
              <a:rPr lang="he-IL" sz="2000">
                <a:latin typeface="Comic Sans MS"/>
              </a:rPr>
              <a:t>For each test protein–DNA pair:</a:t>
            </a:r>
            <a:endParaRPr lang="he-IL" sz="2000" dirty="0">
              <a:latin typeface="Comic Sans MS"/>
            </a:endParaRPr>
          </a:p>
          <a:p>
            <a:r>
              <a:rPr lang="he-IL" sz="2000" b="1">
                <a:latin typeface="Comic Sans MS"/>
              </a:rPr>
              <a:t>Protein matching:</a:t>
            </a:r>
            <a:r>
              <a:rPr lang="he-IL" sz="2000" dirty="0">
                <a:latin typeface="Comic Sans MS"/>
              </a:rPr>
              <a:t> </a:t>
            </a:r>
          </a:p>
          <a:p>
            <a:pPr lvl="1"/>
            <a:r>
              <a:rPr lang="he-IL" sz="1800">
                <a:latin typeface="Comic Sans MS"/>
              </a:rPr>
              <a:t>Find the most similar protein in the training set </a:t>
            </a:r>
            <a:endParaRPr lang="he-IL" sz="1800" dirty="0">
              <a:latin typeface="Comic Sans MS"/>
            </a:endParaRPr>
          </a:p>
          <a:p>
            <a:pPr lvl="1"/>
            <a:r>
              <a:rPr lang="he-IL" sz="1800">
                <a:latin typeface="Comic Sans MS"/>
              </a:rPr>
              <a:t>Similarity is computed using </a:t>
            </a:r>
            <a:r>
              <a:rPr lang="he-IL" sz="1800" b="1">
                <a:latin typeface="Comic Sans MS"/>
              </a:rPr>
              <a:t>sequence alignment</a:t>
            </a:r>
            <a:r>
              <a:rPr lang="he-IL" sz="1800" dirty="0">
                <a:latin typeface="Comic Sans MS"/>
              </a:rPr>
              <a:t> </a:t>
            </a:r>
          </a:p>
          <a:p>
            <a:r>
              <a:rPr lang="he-IL" sz="2000" b="1">
                <a:latin typeface="Comic Sans MS"/>
              </a:rPr>
              <a:t>DNA matching:</a:t>
            </a:r>
            <a:r>
              <a:rPr lang="he-IL" sz="2000" dirty="0">
                <a:latin typeface="Comic Sans MS"/>
              </a:rPr>
              <a:t> </a:t>
            </a:r>
          </a:p>
          <a:p>
            <a:pPr lvl="1"/>
            <a:r>
              <a:rPr lang="he-IL" sz="1800">
                <a:latin typeface="Comic Sans MS"/>
              </a:rPr>
              <a:t>Find the most similar DNA sequence in the training set </a:t>
            </a:r>
            <a:endParaRPr lang="he-IL" sz="1800" dirty="0">
              <a:latin typeface="Comic Sans MS"/>
            </a:endParaRPr>
          </a:p>
          <a:p>
            <a:pPr lvl="1"/>
            <a:r>
              <a:rPr lang="he-IL" sz="1800">
                <a:latin typeface="Comic Sans MS"/>
              </a:rPr>
              <a:t>Similarity is computed using </a:t>
            </a:r>
            <a:r>
              <a:rPr lang="he-IL" sz="1800" b="1">
                <a:latin typeface="Comic Sans MS"/>
              </a:rPr>
              <a:t>3-mer count similarity</a:t>
            </a:r>
            <a:r>
              <a:rPr lang="he-IL" sz="1800" dirty="0">
                <a:latin typeface="Comic Sans MS"/>
              </a:rPr>
              <a:t> </a:t>
            </a:r>
          </a:p>
          <a:p>
            <a:r>
              <a:rPr lang="he-IL" sz="2000" b="1">
                <a:latin typeface="Comic Sans MS"/>
              </a:rPr>
              <a:t>Prediction:</a:t>
            </a:r>
            <a:r>
              <a:rPr lang="he-IL" sz="2000" dirty="0">
                <a:latin typeface="Comic Sans MS"/>
              </a:rPr>
              <a:t> </a:t>
            </a:r>
          </a:p>
          <a:p>
            <a:r>
              <a:rPr lang="he-IL" sz="1800">
                <a:latin typeface="Comic Sans MS"/>
              </a:rPr>
              <a:t>The binding score for the test pair is taken from the </a:t>
            </a:r>
            <a:r>
              <a:rPr lang="he-IL" sz="1800" b="1">
                <a:latin typeface="Comic Sans MS"/>
              </a:rPr>
              <a:t>most similar training pair</a:t>
            </a:r>
            <a:br>
              <a:rPr lang="he-IL" sz="1800" b="1" dirty="0">
                <a:latin typeface="Comic Sans MS"/>
              </a:rPr>
            </a:br>
            <a:endParaRPr lang="he-IL" sz="1800" dirty="0">
              <a:latin typeface="Comic Sans MS"/>
            </a:endParaRPr>
          </a:p>
          <a:p>
            <a:pPr marL="0" indent="0">
              <a:buNone/>
            </a:pPr>
            <a:r>
              <a:rPr lang="he-IL" sz="2400">
                <a:latin typeface="Comic Sans MS"/>
              </a:rPr>
              <a:t>Evaluation Metric</a:t>
            </a:r>
          </a:p>
          <a:p>
            <a:r>
              <a:rPr lang="he-IL" sz="1800">
                <a:latin typeface="Comic Sans MS"/>
              </a:rPr>
              <a:t>The results in </a:t>
            </a:r>
            <a:r>
              <a:rPr lang="he-IL" sz="1800">
                <a:latin typeface="Consolas"/>
              </a:rPr>
              <a:t>baseline_results.txt</a:t>
            </a:r>
            <a:r>
              <a:rPr lang="he-IL" sz="1800">
                <a:latin typeface="Comic Sans MS"/>
              </a:rPr>
              <a:t> are </a:t>
            </a:r>
            <a:r>
              <a:rPr lang="he-IL" sz="1800" b="1">
                <a:latin typeface="Comic Sans MS"/>
              </a:rPr>
              <a:t>Pearson correlation scores</a:t>
            </a:r>
            <a:r>
              <a:rPr lang="he-IL" sz="1800" dirty="0">
                <a:latin typeface="Comic Sans MS"/>
              </a:rPr>
              <a:t> </a:t>
            </a:r>
            <a:endParaRPr lang="he-IL" sz="1800" dirty="0"/>
          </a:p>
          <a:p>
            <a:r>
              <a:rPr lang="he-IL" sz="1800">
                <a:latin typeface="Comic Sans MS"/>
              </a:rPr>
              <a:t>A score is computed </a:t>
            </a:r>
            <a:r>
              <a:rPr lang="he-IL" sz="1800" b="1">
                <a:latin typeface="Comic Sans MS"/>
              </a:rPr>
              <a:t>for each protein</a:t>
            </a:r>
            <a:r>
              <a:rPr lang="he-IL" sz="1800">
                <a:latin typeface="Comic Sans MS"/>
              </a:rPr>
              <a:t> separately</a:t>
            </a:r>
            <a:endParaRPr lang="he-IL" sz="1800"/>
          </a:p>
          <a:p>
            <a:pPr lvl="1"/>
            <a:endParaRPr lang="he-IL" sz="2000" b="1" dirty="0">
              <a:latin typeface="Comic Sans MS"/>
            </a:endParaRPr>
          </a:p>
          <a:p>
            <a:endParaRPr lang="he-IL" dirty="0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30A07DB-D46F-F7C9-8D1E-F556496205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CDFD746-5FB3-D207-473F-2C61B009D0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E5AB82-7054-4EC3-A630-6935BB9C12ED}" type="slidenum">
              <a:rPr lang="he-IL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5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684213" y="404813"/>
            <a:ext cx="7772400" cy="1143000"/>
          </a:xfrm>
        </p:spPr>
        <p:txBody>
          <a:bodyPr/>
          <a:lstStyle/>
          <a:p>
            <a:r>
              <a:rPr lang="en-US"/>
              <a:t>Submission</a:t>
            </a:r>
            <a:endParaRPr lang="he-IL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85800" y="1484313"/>
            <a:ext cx="7772400" cy="4611687"/>
          </a:xfrm>
        </p:spPr>
        <p:txBody>
          <a:bodyPr/>
          <a:lstStyle/>
          <a:p>
            <a:r>
              <a:rPr lang="en-US" sz="2800" dirty="0"/>
              <a:t>Electronic design document</a:t>
            </a:r>
          </a:p>
          <a:p>
            <a:endParaRPr lang="en-US" sz="2800" dirty="0"/>
          </a:p>
          <a:p>
            <a:r>
              <a:rPr lang="en-US" sz="2800" dirty="0"/>
              <a:t>Electronic code submission</a:t>
            </a:r>
          </a:p>
          <a:p>
            <a:endParaRPr lang="en-US" sz="2800" dirty="0"/>
          </a:p>
          <a:p>
            <a:r>
              <a:rPr lang="en-US" sz="2800" dirty="0">
                <a:latin typeface="Comic Sans MS"/>
              </a:rPr>
              <a:t>64 binding intensities files, e.g.</a:t>
            </a:r>
            <a:r>
              <a:rPr lang="en-US" sz="2800">
                <a:latin typeface="Comic Sans MS"/>
              </a:rPr>
              <a:t> DBP1.txt</a:t>
            </a:r>
          </a:p>
          <a:p>
            <a:endParaRPr lang="en-US" sz="2800" dirty="0"/>
          </a:p>
          <a:p>
            <a:r>
              <a:rPr lang="en-US" sz="2800" dirty="0"/>
              <a:t>Executable / script for running time test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1143000"/>
          </a:xfrm>
        </p:spPr>
        <p:txBody>
          <a:bodyPr/>
          <a:lstStyle/>
          <a:p>
            <a:pPr rtl="0"/>
            <a:r>
              <a:rPr lang="en-US"/>
              <a:t>Design document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41438"/>
            <a:ext cx="7918450" cy="4822825"/>
          </a:xfrm>
        </p:spPr>
        <p:txBody>
          <a:bodyPr/>
          <a:lstStyle/>
          <a:p>
            <a:r>
              <a:rPr lang="en-US" dirty="0"/>
              <a:t>3-5 pages (pdf), Hebrew/English</a:t>
            </a:r>
          </a:p>
          <a:p>
            <a:endParaRPr lang="en-US" dirty="0"/>
          </a:p>
          <a:p>
            <a:r>
              <a:rPr lang="en-US" dirty="0"/>
              <a:t>Briefly describe main goal, input and output of program</a:t>
            </a:r>
          </a:p>
          <a:p>
            <a:endParaRPr lang="en-US" dirty="0"/>
          </a:p>
          <a:p>
            <a:r>
              <a:rPr lang="en-US" dirty="0"/>
              <a:t>Describe neural net architecture, algorithms, and scores</a:t>
            </a:r>
          </a:p>
          <a:p>
            <a:pPr>
              <a:buFontTx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9BA4-5607-094C-BA4C-183C163F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0C1C-5520-1648-BACF-DAD2D3A04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96752"/>
            <a:ext cx="8610600" cy="4648200"/>
          </a:xfrm>
        </p:spPr>
        <p:txBody>
          <a:bodyPr/>
          <a:lstStyle/>
          <a:p>
            <a:r>
              <a:rPr lang="en-US" b="1" dirty="0"/>
              <a:t>Rapid and systematic analysis of the RNA recognition specificities of RNA-binding proteins</a:t>
            </a:r>
          </a:p>
          <a:p>
            <a:r>
              <a:rPr lang="en-US" dirty="0"/>
              <a:t>Ray </a:t>
            </a:r>
            <a:r>
              <a:rPr lang="en-US" i="1" dirty="0"/>
              <a:t>et al</a:t>
            </a:r>
            <a:r>
              <a:rPr lang="en-US" dirty="0"/>
              <a:t>. Nature Biotechnology, 2009</a:t>
            </a:r>
          </a:p>
          <a:p>
            <a:endParaRPr lang="en-US" dirty="0"/>
          </a:p>
          <a:p>
            <a:pPr algn="l" fontAlgn="base"/>
            <a:r>
              <a:rPr lang="en-US" b="1" dirty="0" err="1"/>
              <a:t>ProbeRating</a:t>
            </a:r>
            <a:r>
              <a:rPr lang="en-US" b="1" dirty="0"/>
              <a:t>: a recommender system to infer binding profiles for nucleic acid-binding proteins </a:t>
            </a:r>
            <a:endParaRPr lang="en-US" b="0" i="0" dirty="0">
              <a:solidFill>
                <a:srgbClr val="2A2A2A"/>
              </a:solidFill>
              <a:effectLst/>
              <a:latin typeface="Source Sans Pro" panose="020B0503030403020204" pitchFamily="34" charset="0"/>
            </a:endParaRPr>
          </a:p>
          <a:p>
            <a:r>
              <a:rPr lang="en-US" dirty="0"/>
              <a:t>Yang </a:t>
            </a:r>
            <a:r>
              <a:rPr lang="en-US" i="1" dirty="0"/>
              <a:t>et al</a:t>
            </a:r>
            <a:r>
              <a:rPr lang="en-US" dirty="0"/>
              <a:t>. Bioinformatics, 2020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430062"/>
      </p:ext>
    </p:extLst>
  </p:cSld>
  <p:clrMapOvr>
    <a:masterClrMapping/>
  </p:clrMapOvr>
</p:sld>
</file>

<file path=ppt/theme/theme1.xml><?xml version="1.0" encoding="utf-8"?>
<a:theme xmlns:a="http://schemas.openxmlformats.org/drawingml/2006/main" name="12_Algmb03">
  <a:themeElements>
    <a:clrScheme name="Algmb0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2_Algmb03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lgmb0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gmb0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mb0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6302</TotalTime>
  <Words>1151</Words>
  <Application>Microsoft Office PowerPoint</Application>
  <PresentationFormat>‫הצגה על המסך (4:3)</PresentationFormat>
  <Paragraphs>283</Paragraphs>
  <Slides>27</Slides>
  <Notes>19</Notes>
  <HiddenSlides>2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27</vt:i4>
      </vt:variant>
    </vt:vector>
  </HeadingPairs>
  <TitlesOfParts>
    <vt:vector size="28" baseType="lpstr">
      <vt:lpstr>12_Algmb03</vt:lpstr>
      <vt:lpstr>Predicting DNA binding of new DNA-binding proteins  Project in Deep Learning in Computational Biology</vt:lpstr>
      <vt:lpstr>Outline</vt:lpstr>
      <vt:lpstr>1. Background</vt:lpstr>
      <vt:lpstr>Gene: from DNA to protein</vt:lpstr>
      <vt:lpstr>DNA</vt:lpstr>
      <vt:lpstr>Gene structure (eukaryotes)</vt:lpstr>
      <vt:lpstr>Regulation of Expression</vt:lpstr>
      <vt:lpstr>Transcriptional regulation </vt:lpstr>
      <vt:lpstr>Protein DNA-binding</vt:lpstr>
      <vt:lpstr>מצגת של PowerPoint‏</vt:lpstr>
      <vt:lpstr>DBP BS models - PWM</vt:lpstr>
      <vt:lpstr>PBM Berger, M. F. et al. (2006)</vt:lpstr>
      <vt:lpstr>PBM- implementation</vt:lpstr>
      <vt:lpstr>The computational challenge</vt:lpstr>
      <vt:lpstr>מצגת של PowerPoint‏</vt:lpstr>
      <vt:lpstr>General goals</vt:lpstr>
      <vt:lpstr>The computational task</vt:lpstr>
      <vt:lpstr>PBP Input</vt:lpstr>
      <vt:lpstr>PBM Input</vt:lpstr>
      <vt:lpstr>Ttrain Test Split</vt:lpstr>
      <vt:lpstr>The goal</vt:lpstr>
      <vt:lpstr>Solution example</vt:lpstr>
      <vt:lpstr>Baseline Model (For Performance Comparison)</vt:lpstr>
      <vt:lpstr>Baseline Model</vt:lpstr>
      <vt:lpstr>Submission</vt:lpstr>
      <vt:lpstr>Design document</vt:lpstr>
      <vt:lpstr>References</vt:lpstr>
    </vt:vector>
  </TitlesOfParts>
  <Company>Tel Aviv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מחלות, שבבים ומחשבים</dc:title>
  <dc:creator>Ron Shamir</dc:creator>
  <cp:lastModifiedBy>Yaron Orenstein</cp:lastModifiedBy>
  <cp:revision>422</cp:revision>
  <cp:lastPrinted>2021-04-18T08:56:55Z</cp:lastPrinted>
  <dcterms:created xsi:type="dcterms:W3CDTF">2007-03-10T15:48:25Z</dcterms:created>
  <dcterms:modified xsi:type="dcterms:W3CDTF">2026-05-24T15:05:20Z</dcterms:modified>
</cp:coreProperties>
</file>